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3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1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6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7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7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8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7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3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0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92957-B30F-484D-A63E-82D38D99D36B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0CC86-5ECA-4949-B928-8AC47E3B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6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7318021" y="-10391"/>
            <a:ext cx="3023755" cy="6858000"/>
            <a:chOff x="10391" y="0"/>
            <a:chExt cx="3023755" cy="6858000"/>
          </a:xfrm>
        </p:grpSpPr>
        <p:sp>
          <p:nvSpPr>
            <p:cNvPr id="4" name="Rectangle 3"/>
            <p:cNvSpPr/>
            <p:nvPr/>
          </p:nvSpPr>
          <p:spPr>
            <a:xfrm>
              <a:off x="10391" y="0"/>
              <a:ext cx="3023755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255" y="365125"/>
              <a:ext cx="27224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u="sng" dirty="0" smtClean="0">
                  <a:latin typeface="Algerian" panose="04020705040A02060702" pitchFamily="82" charset="0"/>
                </a:rPr>
                <a:t>INTRODUCTION</a:t>
              </a:r>
              <a:endParaRPr lang="en-US" sz="28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6255" y="1288474"/>
              <a:ext cx="813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NAME</a:t>
              </a:r>
            </a:p>
            <a:p>
              <a:r>
                <a:rPr lang="en-US" b="1" i="1" dirty="0" smtClean="0"/>
                <a:t> 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10" y="1288474"/>
              <a:ext cx="1908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cs typeface="Arial" panose="020B0604020202020204" pitchFamily="34" charset="0"/>
                </a:rPr>
                <a:t>MAHAM</a:t>
              </a:r>
              <a:r>
                <a:rPr lang="en-US" dirty="0" smtClean="0"/>
                <a:t> </a:t>
              </a:r>
              <a:r>
                <a:rPr lang="en-US" dirty="0" smtClean="0">
                  <a:cs typeface="Arial" panose="020B0604020202020204" pitchFamily="34" charset="0"/>
                </a:rPr>
                <a:t>SHEIKH</a:t>
              </a:r>
              <a:endParaRPr lang="en-US" dirty="0"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6255" y="1934805"/>
              <a:ext cx="2722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AGE</a:t>
              </a:r>
              <a:r>
                <a:rPr lang="en-US" b="1" i="1" dirty="0" smtClean="0"/>
                <a:t> :        </a:t>
              </a:r>
              <a:r>
                <a:rPr lang="en-US" sz="2000" dirty="0" smtClean="0"/>
                <a:t>17 YEARS OLD 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6255" y="2732809"/>
              <a:ext cx="2639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LOCATION:</a:t>
              </a:r>
              <a:r>
                <a:rPr lang="en-US" dirty="0" smtClean="0"/>
                <a:t>    MOOSA LANE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6255" y="3439391"/>
              <a:ext cx="26392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/>
                <a:t>EDUCATION</a:t>
              </a:r>
              <a:r>
                <a:rPr lang="en-US" dirty="0" smtClean="0"/>
                <a:t>:  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COMPLETED 10</a:t>
              </a:r>
              <a:r>
                <a:rPr lang="en-US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GRADE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055778" y="-10391"/>
            <a:ext cx="3169227" cy="6858000"/>
            <a:chOff x="3034146" y="0"/>
            <a:chExt cx="3169227" cy="6858000"/>
          </a:xfrm>
        </p:grpSpPr>
        <p:sp>
          <p:nvSpPr>
            <p:cNvPr id="5" name="Rectangle 4"/>
            <p:cNvSpPr/>
            <p:nvPr/>
          </p:nvSpPr>
          <p:spPr>
            <a:xfrm>
              <a:off x="3034146" y="0"/>
              <a:ext cx="3169227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48445" y="365125"/>
              <a:ext cx="28886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u="sng" dirty="0" smtClean="0">
                  <a:latin typeface="Algerian" panose="04020705040A02060702" pitchFamily="82" charset="0"/>
                </a:rPr>
                <a:t>GOALS,HOOBIES &amp; PERSONALITY</a:t>
              </a:r>
              <a:endParaRPr lang="en-US" sz="2800" u="sng" dirty="0">
                <a:latin typeface="Algerian" panose="04020705040A02060702" pitchFamily="82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48445" y="1548245"/>
              <a:ext cx="27639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GOAL</a:t>
              </a:r>
              <a:r>
                <a:rPr lang="en-US" sz="2400" b="1" i="1" u="sng"/>
                <a:t>: </a:t>
              </a:r>
              <a:r>
                <a:rPr lang="en-US" sz="2400" b="1" i="1"/>
                <a:t>   </a:t>
              </a:r>
              <a:r>
                <a:rPr lang="en-US"/>
                <a:t>TO BECOME A SOFTWARE ENGINEER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93918" y="2732809"/>
              <a:ext cx="261850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/>
                <a:t>HOOBIES</a:t>
              </a:r>
              <a:r>
                <a:rPr lang="en-US" dirty="0"/>
                <a:t>:  LISTNING MUSIC,PLANTING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87436" y="3896591"/>
              <a:ext cx="264968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TRAITS:  </a:t>
              </a:r>
              <a:r>
                <a:rPr lang="en-US"/>
                <a:t>COLLABORATIVE, LOYAL , MOTIVATED,  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751968" y="-10391"/>
            <a:ext cx="3086100" cy="6858000"/>
            <a:chOff x="6213764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213764" y="0"/>
              <a:ext cx="3086100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0018" y="540327"/>
              <a:ext cx="2847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u="sng" dirty="0" smtClean="0">
                  <a:latin typeface="Algerian" panose="04020705040A02060702" pitchFamily="82" charset="0"/>
                </a:rPr>
                <a:t>ACHIVEMENTS</a:t>
              </a:r>
              <a:r>
                <a:rPr lang="en-US" u="sng" dirty="0" smtClean="0"/>
                <a:t> </a:t>
              </a:r>
              <a:endParaRPr lang="en-US" u="sng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80018" y="1319232"/>
              <a:ext cx="2763982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+mj-lt"/>
                </a:rPr>
                <a:t>COMPLETED 10</a:t>
              </a:r>
              <a:r>
                <a:rPr lang="en-US" sz="3200" baseline="30000" dirty="0" smtClean="0">
                  <a:latin typeface="+mj-lt"/>
                </a:rPr>
                <a:t>TH</a:t>
              </a:r>
              <a:r>
                <a:rPr lang="en-US" sz="3200" dirty="0" smtClean="0">
                  <a:latin typeface="+mj-lt"/>
                </a:rPr>
                <a:t> STANDARD AND GAINED KNOWLEDGE ABOUT LIVING THINGS.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288832" y="-10391"/>
            <a:ext cx="3404754" cy="6858000"/>
            <a:chOff x="9299864" y="0"/>
            <a:chExt cx="3404754" cy="6858000"/>
          </a:xfrm>
        </p:grpSpPr>
        <p:sp>
          <p:nvSpPr>
            <p:cNvPr id="7" name="Rectangle 6"/>
            <p:cNvSpPr/>
            <p:nvPr/>
          </p:nvSpPr>
          <p:spPr>
            <a:xfrm>
              <a:off x="9299864" y="0"/>
              <a:ext cx="2892136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02982" y="607437"/>
              <a:ext cx="27016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u="sng" dirty="0" smtClean="0">
                  <a:latin typeface="Algerian" panose="04020705040A02060702" pitchFamily="82" charset="0"/>
                </a:rPr>
                <a:t>QUOTE </a:t>
              </a:r>
              <a:endParaRPr lang="en-US" sz="32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03773" y="1288474"/>
              <a:ext cx="270163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“DREAM BIG, WORK HARD, STAY FOCUSED AND SURROUND YOURSELF WITH GOOD PEOPLE”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043055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5023363" y="-10391"/>
            <a:ext cx="3023755" cy="6858000"/>
            <a:chOff x="10391" y="0"/>
            <a:chExt cx="3023755" cy="6858000"/>
          </a:xfrm>
        </p:grpSpPr>
        <p:sp>
          <p:nvSpPr>
            <p:cNvPr id="4" name="Rectangle 3"/>
            <p:cNvSpPr/>
            <p:nvPr/>
          </p:nvSpPr>
          <p:spPr>
            <a:xfrm>
              <a:off x="10391" y="0"/>
              <a:ext cx="3023755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255" y="365125"/>
              <a:ext cx="27224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u="sng" dirty="0" smtClean="0">
                  <a:latin typeface="Algerian" panose="04020705040A02060702" pitchFamily="82" charset="0"/>
                </a:rPr>
                <a:t>INTRODUCTION</a:t>
              </a:r>
              <a:endParaRPr lang="en-US" sz="28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6255" y="1288474"/>
              <a:ext cx="813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NAME</a:t>
              </a:r>
            </a:p>
            <a:p>
              <a:r>
                <a:rPr lang="en-US" b="1" i="1" dirty="0" smtClean="0"/>
                <a:t> 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10" y="1288474"/>
              <a:ext cx="1908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cs typeface="Arial" panose="020B0604020202020204" pitchFamily="34" charset="0"/>
                </a:rPr>
                <a:t>MAHAM</a:t>
              </a:r>
              <a:r>
                <a:rPr lang="en-US" dirty="0" smtClean="0"/>
                <a:t> </a:t>
              </a:r>
              <a:r>
                <a:rPr lang="en-US" dirty="0" smtClean="0">
                  <a:cs typeface="Arial" panose="020B0604020202020204" pitchFamily="34" charset="0"/>
                </a:rPr>
                <a:t>SHEIKH</a:t>
              </a:r>
              <a:endParaRPr lang="en-US" dirty="0"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6255" y="1934805"/>
              <a:ext cx="2722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AGE</a:t>
              </a:r>
              <a:r>
                <a:rPr lang="en-US" b="1" i="1" dirty="0" smtClean="0"/>
                <a:t> :        </a:t>
              </a:r>
              <a:r>
                <a:rPr lang="en-US" sz="2000" dirty="0" smtClean="0"/>
                <a:t>17 YEARS OLD 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6255" y="2732809"/>
              <a:ext cx="2639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LOCATION:</a:t>
              </a:r>
              <a:r>
                <a:rPr lang="en-US" dirty="0" smtClean="0"/>
                <a:t>    MOOSA LANE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6255" y="3439391"/>
              <a:ext cx="26392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/>
                <a:t>EDUCATION</a:t>
              </a:r>
              <a:r>
                <a:rPr lang="en-US" dirty="0" smtClean="0"/>
                <a:t>:  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COMPLETED 10</a:t>
              </a:r>
              <a:r>
                <a:rPr lang="en-US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GRADE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055778" y="-10391"/>
            <a:ext cx="3169227" cy="6858000"/>
            <a:chOff x="3034146" y="0"/>
            <a:chExt cx="3169227" cy="6858000"/>
          </a:xfrm>
        </p:grpSpPr>
        <p:sp>
          <p:nvSpPr>
            <p:cNvPr id="5" name="Rectangle 4"/>
            <p:cNvSpPr/>
            <p:nvPr/>
          </p:nvSpPr>
          <p:spPr>
            <a:xfrm>
              <a:off x="3034146" y="0"/>
              <a:ext cx="3169227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48445" y="365125"/>
              <a:ext cx="28886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u="sng" dirty="0" smtClean="0">
                  <a:latin typeface="Algerian" panose="04020705040A02060702" pitchFamily="82" charset="0"/>
                </a:rPr>
                <a:t>GOALS,HOOBIES &amp; PERSONALITY</a:t>
              </a:r>
              <a:endParaRPr lang="en-US" sz="2800" u="sng" dirty="0">
                <a:latin typeface="Algerian" panose="04020705040A02060702" pitchFamily="82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48445" y="1548245"/>
              <a:ext cx="27639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GOAL</a:t>
              </a:r>
              <a:r>
                <a:rPr lang="en-US" sz="2400" b="1" i="1" u="sng"/>
                <a:t>: </a:t>
              </a:r>
              <a:r>
                <a:rPr lang="en-US" sz="2400" b="1" i="1"/>
                <a:t>   </a:t>
              </a:r>
              <a:r>
                <a:rPr lang="en-US"/>
                <a:t>TO BECOME A SOFTWARE ENGINEER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93918" y="2732809"/>
              <a:ext cx="261850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/>
                <a:t>HOOBIES</a:t>
              </a:r>
              <a:r>
                <a:rPr lang="en-US" dirty="0"/>
                <a:t>:  LISTNING MUSIC,PLANTING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87436" y="3896591"/>
              <a:ext cx="264968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TRAITS:  </a:t>
              </a:r>
              <a:r>
                <a:rPr lang="en-US"/>
                <a:t>COLLABORATIVE, LOYAL , MOTIVATED,  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751968" y="-10391"/>
            <a:ext cx="3086100" cy="6858000"/>
            <a:chOff x="6213764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213764" y="0"/>
              <a:ext cx="3086100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0018" y="540327"/>
              <a:ext cx="2847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u="sng" dirty="0" smtClean="0">
                  <a:latin typeface="Algerian" panose="04020705040A02060702" pitchFamily="82" charset="0"/>
                </a:rPr>
                <a:t>ACHIVEMENTS</a:t>
              </a:r>
              <a:r>
                <a:rPr lang="en-US" u="sng" dirty="0" smtClean="0"/>
                <a:t> </a:t>
              </a:r>
              <a:endParaRPr lang="en-US" u="sng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80018" y="1319232"/>
              <a:ext cx="2763982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+mj-lt"/>
                </a:rPr>
                <a:t>COMPLETED 10</a:t>
              </a:r>
              <a:r>
                <a:rPr lang="en-US" sz="3200" baseline="30000" dirty="0" smtClean="0">
                  <a:latin typeface="+mj-lt"/>
                </a:rPr>
                <a:t>TH</a:t>
              </a:r>
              <a:r>
                <a:rPr lang="en-US" sz="3200" dirty="0" smtClean="0">
                  <a:latin typeface="+mj-lt"/>
                </a:rPr>
                <a:t> STANDARD AND GAINED KNOWLEDGE ABOUT LIVING THINGS.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288832" y="-10391"/>
            <a:ext cx="3404754" cy="6858000"/>
            <a:chOff x="9299864" y="0"/>
            <a:chExt cx="3404754" cy="6858000"/>
          </a:xfrm>
        </p:grpSpPr>
        <p:sp>
          <p:nvSpPr>
            <p:cNvPr id="7" name="Rectangle 6"/>
            <p:cNvSpPr/>
            <p:nvPr/>
          </p:nvSpPr>
          <p:spPr>
            <a:xfrm>
              <a:off x="9299864" y="0"/>
              <a:ext cx="2892136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02982" y="607437"/>
              <a:ext cx="27016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u="sng" dirty="0" smtClean="0">
                  <a:latin typeface="Algerian" panose="04020705040A02060702" pitchFamily="82" charset="0"/>
                </a:rPr>
                <a:t>QUOTE </a:t>
              </a:r>
              <a:endParaRPr lang="en-US" sz="32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03773" y="1288474"/>
              <a:ext cx="270163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“DREAM BIG, WORK HARD, STAY FOCUSED AND SURROUND YOURSELF WITH GOOD PEOPLE”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796593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555780" y="0"/>
            <a:ext cx="3023755" cy="6858000"/>
            <a:chOff x="10391" y="0"/>
            <a:chExt cx="3023755" cy="6858000"/>
          </a:xfrm>
        </p:grpSpPr>
        <p:sp>
          <p:nvSpPr>
            <p:cNvPr id="4" name="Rectangle 3"/>
            <p:cNvSpPr/>
            <p:nvPr/>
          </p:nvSpPr>
          <p:spPr>
            <a:xfrm>
              <a:off x="10391" y="0"/>
              <a:ext cx="3023755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255" y="365125"/>
              <a:ext cx="27224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u="sng" dirty="0" smtClean="0">
                  <a:latin typeface="Algerian" panose="04020705040A02060702" pitchFamily="82" charset="0"/>
                </a:rPr>
                <a:t>INTRODUCTION</a:t>
              </a:r>
              <a:endParaRPr lang="en-US" sz="28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6255" y="1288474"/>
              <a:ext cx="813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NAME</a:t>
              </a:r>
            </a:p>
            <a:p>
              <a:r>
                <a:rPr lang="en-US" b="1" i="1" dirty="0" smtClean="0"/>
                <a:t> 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10" y="1288474"/>
              <a:ext cx="1908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cs typeface="Arial" panose="020B0604020202020204" pitchFamily="34" charset="0"/>
                </a:rPr>
                <a:t>MAHAM</a:t>
              </a:r>
              <a:r>
                <a:rPr lang="en-US" dirty="0" smtClean="0"/>
                <a:t> </a:t>
              </a:r>
              <a:r>
                <a:rPr lang="en-US" dirty="0" smtClean="0">
                  <a:cs typeface="Arial" panose="020B0604020202020204" pitchFamily="34" charset="0"/>
                </a:rPr>
                <a:t>SHEIKH</a:t>
              </a:r>
              <a:endParaRPr lang="en-US" dirty="0"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6255" y="1934805"/>
              <a:ext cx="2722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AGE</a:t>
              </a:r>
              <a:r>
                <a:rPr lang="en-US" b="1" i="1" dirty="0" smtClean="0"/>
                <a:t> :        </a:t>
              </a:r>
              <a:r>
                <a:rPr lang="en-US" sz="2000" dirty="0" smtClean="0"/>
                <a:t>17 YEARS OLD 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6255" y="2732809"/>
              <a:ext cx="2639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LOCATION:</a:t>
              </a:r>
              <a:r>
                <a:rPr lang="en-US" dirty="0" smtClean="0"/>
                <a:t>    MOOSA LANE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6255" y="3439391"/>
              <a:ext cx="26392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/>
                <a:t>EDUCATION</a:t>
              </a:r>
              <a:r>
                <a:rPr lang="en-US" dirty="0" smtClean="0"/>
                <a:t>:  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COMPLETED 10</a:t>
              </a:r>
              <a:r>
                <a:rPr lang="en-US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GRADE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581138" y="-10391"/>
            <a:ext cx="3169227" cy="6858000"/>
            <a:chOff x="3034146" y="0"/>
            <a:chExt cx="3169227" cy="6858000"/>
          </a:xfrm>
        </p:grpSpPr>
        <p:sp>
          <p:nvSpPr>
            <p:cNvPr id="5" name="Rectangle 4"/>
            <p:cNvSpPr/>
            <p:nvPr/>
          </p:nvSpPr>
          <p:spPr>
            <a:xfrm>
              <a:off x="3034146" y="0"/>
              <a:ext cx="3169227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48445" y="365125"/>
              <a:ext cx="28886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u="sng" dirty="0" smtClean="0">
                  <a:latin typeface="Algerian" panose="04020705040A02060702" pitchFamily="82" charset="0"/>
                </a:rPr>
                <a:t>GOALS,HOOBIES &amp; PERSONALITY</a:t>
              </a:r>
              <a:endParaRPr lang="en-US" sz="2800" u="sng" dirty="0">
                <a:latin typeface="Algerian" panose="04020705040A02060702" pitchFamily="82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48445" y="1548245"/>
              <a:ext cx="27639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GOAL</a:t>
              </a:r>
              <a:r>
                <a:rPr lang="en-US" sz="2400" b="1" i="1" u="sng"/>
                <a:t>: </a:t>
              </a:r>
              <a:r>
                <a:rPr lang="en-US" sz="2400" b="1" i="1"/>
                <a:t>   </a:t>
              </a:r>
              <a:r>
                <a:rPr lang="en-US"/>
                <a:t>TO BECOME A SOFTWARE ENGINEER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93918" y="2732809"/>
              <a:ext cx="261850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/>
                <a:t>HOOBIES</a:t>
              </a:r>
              <a:r>
                <a:rPr lang="en-US" dirty="0"/>
                <a:t>:  LISTNING MUSIC,PLANTING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87436" y="3896591"/>
              <a:ext cx="264968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TRAITS:  </a:t>
              </a:r>
              <a:r>
                <a:rPr lang="en-US"/>
                <a:t>COLLABORATIVE, LOYAL , MOTIVATED,  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751968" y="-10391"/>
            <a:ext cx="3086100" cy="6858000"/>
            <a:chOff x="6213764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213764" y="0"/>
              <a:ext cx="3086100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0018" y="540327"/>
              <a:ext cx="2847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u="sng" dirty="0" smtClean="0">
                  <a:latin typeface="Algerian" panose="04020705040A02060702" pitchFamily="82" charset="0"/>
                </a:rPr>
                <a:t>ACHIVEMENTS</a:t>
              </a:r>
              <a:r>
                <a:rPr lang="en-US" u="sng" dirty="0" smtClean="0"/>
                <a:t> </a:t>
              </a:r>
              <a:endParaRPr lang="en-US" u="sng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80018" y="1319232"/>
              <a:ext cx="2763982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+mj-lt"/>
                </a:rPr>
                <a:t>COMPLETED 10</a:t>
              </a:r>
              <a:r>
                <a:rPr lang="en-US" sz="3200" baseline="30000" dirty="0" smtClean="0">
                  <a:latin typeface="+mj-lt"/>
                </a:rPr>
                <a:t>TH</a:t>
              </a:r>
              <a:r>
                <a:rPr lang="en-US" sz="3200" dirty="0" smtClean="0">
                  <a:latin typeface="+mj-lt"/>
                </a:rPr>
                <a:t> STANDARD AND GAINED KNOWLEDGE ABOUT LIVING THINGS.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288832" y="-10391"/>
            <a:ext cx="3404754" cy="6858000"/>
            <a:chOff x="9299864" y="0"/>
            <a:chExt cx="3404754" cy="6858000"/>
          </a:xfrm>
        </p:grpSpPr>
        <p:sp>
          <p:nvSpPr>
            <p:cNvPr id="7" name="Rectangle 6"/>
            <p:cNvSpPr/>
            <p:nvPr/>
          </p:nvSpPr>
          <p:spPr>
            <a:xfrm>
              <a:off x="9299864" y="0"/>
              <a:ext cx="2892136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02982" y="607437"/>
              <a:ext cx="27016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u="sng" dirty="0" smtClean="0">
                  <a:latin typeface="Algerian" panose="04020705040A02060702" pitchFamily="82" charset="0"/>
                </a:rPr>
                <a:t>QUOTE </a:t>
              </a:r>
              <a:endParaRPr lang="en-US" sz="32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03773" y="1288474"/>
              <a:ext cx="270163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“DREAM BIG, WORK HARD, STAY FOCUSED AND SURROUND YOURSELF WITH GOOD PEOPLE”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783297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10391"/>
            <a:ext cx="3023755" cy="6858000"/>
            <a:chOff x="10391" y="0"/>
            <a:chExt cx="3023755" cy="6858000"/>
          </a:xfrm>
        </p:grpSpPr>
        <p:sp>
          <p:nvSpPr>
            <p:cNvPr id="4" name="Rectangle 3"/>
            <p:cNvSpPr/>
            <p:nvPr/>
          </p:nvSpPr>
          <p:spPr>
            <a:xfrm>
              <a:off x="10391" y="0"/>
              <a:ext cx="3023755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66255" y="365125"/>
              <a:ext cx="27224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i="1" u="sng" dirty="0" smtClean="0">
                  <a:latin typeface="Algerian" panose="04020705040A02060702" pitchFamily="82" charset="0"/>
                </a:rPr>
                <a:t>INTRODUCTION</a:t>
              </a:r>
              <a:endParaRPr lang="en-US" sz="28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6255" y="1288474"/>
              <a:ext cx="813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NAME</a:t>
              </a:r>
            </a:p>
            <a:p>
              <a:r>
                <a:rPr lang="en-US" b="1" i="1" dirty="0" smtClean="0"/>
                <a:t>      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0210" y="1288474"/>
              <a:ext cx="19084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cs typeface="Arial" panose="020B0604020202020204" pitchFamily="34" charset="0"/>
                </a:rPr>
                <a:t>MAHAM</a:t>
              </a:r>
              <a:r>
                <a:rPr lang="en-US" dirty="0" smtClean="0"/>
                <a:t> </a:t>
              </a:r>
              <a:r>
                <a:rPr lang="en-US" dirty="0" smtClean="0">
                  <a:cs typeface="Arial" panose="020B0604020202020204" pitchFamily="34" charset="0"/>
                </a:rPr>
                <a:t>SHEIKH</a:t>
              </a:r>
              <a:endParaRPr lang="en-US" dirty="0"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6255" y="1934805"/>
              <a:ext cx="2722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AGE</a:t>
              </a:r>
              <a:r>
                <a:rPr lang="en-US" b="1" i="1" dirty="0" smtClean="0"/>
                <a:t> :        </a:t>
              </a:r>
              <a:r>
                <a:rPr lang="en-US" sz="2000" dirty="0" smtClean="0"/>
                <a:t>17 YEARS OLD 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6255" y="2732809"/>
              <a:ext cx="2639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u="sng" dirty="0" smtClean="0"/>
                <a:t>LOCATION:</a:t>
              </a:r>
              <a:r>
                <a:rPr lang="en-US" dirty="0" smtClean="0"/>
                <a:t>    MOOSA LANE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66255" y="3439391"/>
              <a:ext cx="263929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i="1" dirty="0" smtClean="0"/>
                <a:t>EDUCATION</a:t>
              </a:r>
              <a:r>
                <a:rPr lang="en-US" dirty="0" smtClean="0"/>
                <a:t>:  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COMPLETED 10</a:t>
              </a:r>
              <a:r>
                <a:rPr lang="en-US" baseline="30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GRADE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034146" y="-10391"/>
            <a:ext cx="3169227" cy="6858000"/>
            <a:chOff x="3034146" y="0"/>
            <a:chExt cx="3169227" cy="6858000"/>
          </a:xfrm>
        </p:grpSpPr>
        <p:sp>
          <p:nvSpPr>
            <p:cNvPr id="5" name="Rectangle 4"/>
            <p:cNvSpPr/>
            <p:nvPr/>
          </p:nvSpPr>
          <p:spPr>
            <a:xfrm>
              <a:off x="3034146" y="0"/>
              <a:ext cx="3169227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48445" y="365125"/>
              <a:ext cx="288867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u="sng" dirty="0" smtClean="0">
                  <a:latin typeface="Algerian" panose="04020705040A02060702" pitchFamily="82" charset="0"/>
                </a:rPr>
                <a:t>GOALS,HOOBIES &amp; PERSONALITY</a:t>
              </a:r>
              <a:endParaRPr lang="en-US" sz="2800" u="sng" dirty="0">
                <a:latin typeface="Algerian" panose="04020705040A02060702" pitchFamily="82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48445" y="1548245"/>
              <a:ext cx="27639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GOAL</a:t>
              </a:r>
              <a:r>
                <a:rPr lang="en-US" sz="2400" b="1" i="1" u="sng"/>
                <a:t>: </a:t>
              </a:r>
              <a:r>
                <a:rPr lang="en-US" sz="2400" b="1" i="1"/>
                <a:t>   </a:t>
              </a:r>
              <a:r>
                <a:rPr lang="en-US"/>
                <a:t>TO BECOME A SOFTWARE ENGINEER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93918" y="2732809"/>
              <a:ext cx="261850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dirty="0" smtClean="0"/>
                <a:t>HOOBIES</a:t>
              </a:r>
              <a:r>
                <a:rPr lang="en-US" dirty="0"/>
                <a:t>:  LISTNING MUSIC,PLANTING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87436" y="3896591"/>
              <a:ext cx="264968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i="1" u="sng" smtClean="0"/>
                <a:t>TRAITS:  </a:t>
              </a:r>
              <a:r>
                <a:rPr lang="en-US"/>
                <a:t>COLLABORATIVE, LOYAL , MOTIVATED,  </a:t>
              </a:r>
              <a:endParaRPr lang="en-US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213764" y="-10391"/>
            <a:ext cx="3086100" cy="6858000"/>
            <a:chOff x="6213764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213764" y="0"/>
              <a:ext cx="3086100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380018" y="540327"/>
              <a:ext cx="2847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u="sng" dirty="0" smtClean="0">
                  <a:latin typeface="Algerian" panose="04020705040A02060702" pitchFamily="82" charset="0"/>
                </a:rPr>
                <a:t>ACHIVEMENTS</a:t>
              </a:r>
              <a:r>
                <a:rPr lang="en-US" u="sng" dirty="0" smtClean="0"/>
                <a:t> </a:t>
              </a:r>
              <a:endParaRPr lang="en-US" u="sng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380018" y="1319232"/>
              <a:ext cx="2763982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>
                  <a:latin typeface="+mj-lt"/>
                </a:rPr>
                <a:t>COMPLETED 10</a:t>
              </a:r>
              <a:r>
                <a:rPr lang="en-US" sz="3200" baseline="30000" dirty="0" smtClean="0">
                  <a:latin typeface="+mj-lt"/>
                </a:rPr>
                <a:t>TH</a:t>
              </a:r>
              <a:r>
                <a:rPr lang="en-US" sz="3200" dirty="0" smtClean="0">
                  <a:latin typeface="+mj-lt"/>
                </a:rPr>
                <a:t> STANDARD AND GAINED KNOWLEDGE ABOUT LIVING THINGS.</a:t>
              </a:r>
              <a:endParaRPr lang="en-US" sz="3200" dirty="0">
                <a:latin typeface="+mj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288832" y="-10391"/>
            <a:ext cx="3404754" cy="6858000"/>
            <a:chOff x="9299864" y="0"/>
            <a:chExt cx="3404754" cy="6858000"/>
          </a:xfrm>
        </p:grpSpPr>
        <p:sp>
          <p:nvSpPr>
            <p:cNvPr id="7" name="Rectangle 6"/>
            <p:cNvSpPr/>
            <p:nvPr/>
          </p:nvSpPr>
          <p:spPr>
            <a:xfrm>
              <a:off x="9299864" y="0"/>
              <a:ext cx="2892136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02982" y="607437"/>
              <a:ext cx="27016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i="1" u="sng" dirty="0" smtClean="0">
                  <a:latin typeface="Algerian" panose="04020705040A02060702" pitchFamily="82" charset="0"/>
                </a:rPr>
                <a:t>QUOTE </a:t>
              </a:r>
              <a:endParaRPr lang="en-US" sz="3200" b="1" i="1" u="sng" dirty="0">
                <a:latin typeface="Algerian" panose="04020705040A02060702" pitchFamily="82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03773" y="1288474"/>
              <a:ext cx="2701636" cy="40318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“DREAM BIG, WORK HARD, STAY FOCUSED AND SURROUND YOURSELF WITH GOOD PEOPLE”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651511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3822" y="1907822"/>
            <a:ext cx="64459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atin typeface="Algerian" panose="04020705040A02060702" pitchFamily="82" charset="0"/>
              </a:rPr>
              <a:t>THANK YOU </a:t>
            </a:r>
            <a:endParaRPr lang="en-US" sz="8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94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278</Words>
  <Application>Microsoft Office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14</cp:revision>
  <dcterms:created xsi:type="dcterms:W3CDTF">2025-09-26T14:37:49Z</dcterms:created>
  <dcterms:modified xsi:type="dcterms:W3CDTF">2025-09-27T08:42:33Z</dcterms:modified>
</cp:coreProperties>
</file>