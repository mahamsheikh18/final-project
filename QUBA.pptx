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46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3DB5D-03DB-410D-96DB-14B642E3FA2B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921BF-F8CC-43F1-814A-47E477F2A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102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3DB5D-03DB-410D-96DB-14B642E3FA2B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921BF-F8CC-43F1-814A-47E477F2A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924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3DB5D-03DB-410D-96DB-14B642E3FA2B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921BF-F8CC-43F1-814A-47E477F2A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117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3DB5D-03DB-410D-96DB-14B642E3FA2B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921BF-F8CC-43F1-814A-47E477F2A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845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3DB5D-03DB-410D-96DB-14B642E3FA2B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921BF-F8CC-43F1-814A-47E477F2A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945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3DB5D-03DB-410D-96DB-14B642E3FA2B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921BF-F8CC-43F1-814A-47E477F2A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444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3DB5D-03DB-410D-96DB-14B642E3FA2B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921BF-F8CC-43F1-814A-47E477F2A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379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3DB5D-03DB-410D-96DB-14B642E3FA2B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921BF-F8CC-43F1-814A-47E477F2A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301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3DB5D-03DB-410D-96DB-14B642E3FA2B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921BF-F8CC-43F1-814A-47E477F2A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222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3DB5D-03DB-410D-96DB-14B642E3FA2B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921BF-F8CC-43F1-814A-47E477F2A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085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3DB5D-03DB-410D-96DB-14B642E3FA2B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921BF-F8CC-43F1-814A-47E477F2A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079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A3DB5D-03DB-410D-96DB-14B642E3FA2B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1921BF-F8CC-43F1-814A-47E477F2A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544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-4069308" y="0"/>
            <a:ext cx="11768920" cy="6858000"/>
            <a:chOff x="-2320120" y="0"/>
            <a:chExt cx="11768920" cy="6858000"/>
          </a:xfrm>
          <a:effectLst>
            <a:outerShdw blurRad="254000" dist="88900" algn="l" rotWithShape="0">
              <a:prstClr val="black">
                <a:alpha val="51000"/>
              </a:prstClr>
            </a:outerShdw>
          </a:effectLst>
        </p:grpSpPr>
        <p:sp>
          <p:nvSpPr>
            <p:cNvPr id="3" name="Rectangle 2"/>
            <p:cNvSpPr/>
            <p:nvPr/>
          </p:nvSpPr>
          <p:spPr>
            <a:xfrm>
              <a:off x="-2320120" y="0"/>
              <a:ext cx="11054687" cy="6858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8684525" y="2664684"/>
              <a:ext cx="764275" cy="1135081"/>
              <a:chOff x="11054687" y="2296236"/>
              <a:chExt cx="764275" cy="1135081"/>
            </a:xfrm>
          </p:grpSpPr>
          <p:sp>
            <p:nvSpPr>
              <p:cNvPr id="4" name="Rectangle 3"/>
              <p:cNvSpPr/>
              <p:nvPr/>
            </p:nvSpPr>
            <p:spPr>
              <a:xfrm>
                <a:off x="11054687" y="2296236"/>
                <a:ext cx="764275" cy="1132764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11054687" y="2415654"/>
                <a:ext cx="723331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6000" dirty="0" smtClean="0">
                    <a:latin typeface="Algerian" panose="04020705040A02060702" pitchFamily="82" charset="0"/>
                  </a:rPr>
                  <a:t>A</a:t>
                </a:r>
                <a:endParaRPr lang="en-US" dirty="0">
                  <a:latin typeface="Algerian" panose="04020705040A02060702" pitchFamily="82" charset="0"/>
                </a:endParaRPr>
              </a:p>
            </p:txBody>
          </p:sp>
        </p:grpSp>
      </p:grpSp>
      <p:grpSp>
        <p:nvGrpSpPr>
          <p:cNvPr id="33" name="Group 32"/>
          <p:cNvGrpSpPr/>
          <p:nvPr/>
        </p:nvGrpSpPr>
        <p:grpSpPr>
          <a:xfrm>
            <a:off x="-5587622" y="0"/>
            <a:ext cx="11818962" cy="6858000"/>
            <a:chOff x="-3779293" y="0"/>
            <a:chExt cx="11818962" cy="6858000"/>
          </a:xfrm>
          <a:effectLst>
            <a:outerShdw blurRad="254000" dist="88900" algn="l" rotWithShape="0">
              <a:prstClr val="black">
                <a:alpha val="51000"/>
              </a:prstClr>
            </a:outerShdw>
          </a:effectLst>
        </p:grpSpPr>
        <p:sp>
          <p:nvSpPr>
            <p:cNvPr id="6" name="Rectangle 5"/>
            <p:cNvSpPr/>
            <p:nvPr/>
          </p:nvSpPr>
          <p:spPr>
            <a:xfrm>
              <a:off x="-3779293" y="0"/>
              <a:ext cx="11054687" cy="6858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7275394" y="1924799"/>
              <a:ext cx="764275" cy="1135081"/>
              <a:chOff x="11054687" y="2296236"/>
              <a:chExt cx="764275" cy="1135081"/>
            </a:xfrm>
            <a:solidFill>
              <a:schemeClr val="accent2">
                <a:lumMod val="40000"/>
                <a:lumOff val="60000"/>
              </a:schemeClr>
            </a:solidFill>
          </p:grpSpPr>
          <p:sp>
            <p:nvSpPr>
              <p:cNvPr id="9" name="Rectangle 8"/>
              <p:cNvSpPr/>
              <p:nvPr/>
            </p:nvSpPr>
            <p:spPr>
              <a:xfrm>
                <a:off x="11054687" y="2296236"/>
                <a:ext cx="764275" cy="11327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11054687" y="2415654"/>
                <a:ext cx="723331" cy="1015663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sz="6000" dirty="0">
                    <a:latin typeface="Algerian" panose="04020705040A02060702" pitchFamily="82" charset="0"/>
                  </a:rPr>
                  <a:t>B</a:t>
                </a:r>
                <a:endParaRPr lang="en-US" dirty="0">
                  <a:latin typeface="Algerian" panose="04020705040A02060702" pitchFamily="82" charset="0"/>
                </a:endParaRPr>
              </a:p>
            </p:txBody>
          </p:sp>
        </p:grpSp>
      </p:grpSp>
      <p:sp>
        <p:nvSpPr>
          <p:cNvPr id="11" name="Rectangle 10"/>
          <p:cNvSpPr/>
          <p:nvPr/>
        </p:nvSpPr>
        <p:spPr>
          <a:xfrm>
            <a:off x="-7005852" y="0"/>
            <a:ext cx="11054687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/>
          <p:cNvGrpSpPr/>
          <p:nvPr/>
        </p:nvGrpSpPr>
        <p:grpSpPr>
          <a:xfrm>
            <a:off x="-6996753" y="0"/>
            <a:ext cx="11818962" cy="6858000"/>
            <a:chOff x="-5188424" y="0"/>
            <a:chExt cx="11818962" cy="6858000"/>
          </a:xfrm>
          <a:effectLst>
            <a:outerShdw blurRad="254000" dist="88900" algn="l" rotWithShape="0">
              <a:prstClr val="black">
                <a:alpha val="51000"/>
              </a:prstClr>
            </a:outerShdw>
          </a:effectLst>
        </p:grpSpPr>
        <p:grpSp>
          <p:nvGrpSpPr>
            <p:cNvPr id="13" name="Group 12"/>
            <p:cNvGrpSpPr/>
            <p:nvPr/>
          </p:nvGrpSpPr>
          <p:grpSpPr>
            <a:xfrm>
              <a:off x="5866263" y="1273708"/>
              <a:ext cx="764275" cy="1135081"/>
              <a:chOff x="11054687" y="2296236"/>
              <a:chExt cx="764275" cy="1135081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14" name="Rectangle 13"/>
              <p:cNvSpPr/>
              <p:nvPr/>
            </p:nvSpPr>
            <p:spPr>
              <a:xfrm>
                <a:off x="11054687" y="2296236"/>
                <a:ext cx="764275" cy="11327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11054687" y="2415654"/>
                <a:ext cx="723331" cy="1015663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sz="6000" dirty="0" smtClean="0">
                    <a:latin typeface="Algerian" panose="04020705040A02060702" pitchFamily="82" charset="0"/>
                  </a:rPr>
                  <a:t>C</a:t>
                </a:r>
                <a:endParaRPr lang="en-US" dirty="0">
                  <a:latin typeface="Algerian" panose="04020705040A02060702" pitchFamily="82" charset="0"/>
                </a:endParaRPr>
              </a:p>
            </p:txBody>
          </p:sp>
        </p:grpSp>
        <p:sp>
          <p:nvSpPr>
            <p:cNvPr id="16" name="Rectangle 15"/>
            <p:cNvSpPr/>
            <p:nvPr/>
          </p:nvSpPr>
          <p:spPr>
            <a:xfrm>
              <a:off x="-5188424" y="0"/>
              <a:ext cx="11054687" cy="6858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-8541224" y="0"/>
            <a:ext cx="11818962" cy="6858000"/>
            <a:chOff x="-6732895" y="0"/>
            <a:chExt cx="11818962" cy="6858000"/>
          </a:xfrm>
          <a:effectLst>
            <a:outerShdw blurRad="254000" dist="88900" algn="l" rotWithShape="0">
              <a:prstClr val="black">
                <a:alpha val="51000"/>
              </a:prstClr>
            </a:outerShdw>
          </a:effectLst>
        </p:grpSpPr>
        <p:sp>
          <p:nvSpPr>
            <p:cNvPr id="17" name="Rectangle 16"/>
            <p:cNvSpPr/>
            <p:nvPr/>
          </p:nvSpPr>
          <p:spPr>
            <a:xfrm>
              <a:off x="-6732895" y="0"/>
              <a:ext cx="11054687" cy="6858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/>
            <p:cNvGrpSpPr/>
            <p:nvPr/>
          </p:nvGrpSpPr>
          <p:grpSpPr>
            <a:xfrm>
              <a:off x="4321792" y="793088"/>
              <a:ext cx="764275" cy="1135081"/>
              <a:chOff x="11054687" y="2296236"/>
              <a:chExt cx="764275" cy="1135081"/>
            </a:xfrm>
            <a:solidFill>
              <a:schemeClr val="accent4">
                <a:lumMod val="20000"/>
                <a:lumOff val="80000"/>
              </a:schemeClr>
            </a:solidFill>
          </p:grpSpPr>
          <p:sp>
            <p:nvSpPr>
              <p:cNvPr id="19" name="Rectangle 18"/>
              <p:cNvSpPr/>
              <p:nvPr/>
            </p:nvSpPr>
            <p:spPr>
              <a:xfrm>
                <a:off x="11054687" y="2296236"/>
                <a:ext cx="764275" cy="11327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11054687" y="2415654"/>
                <a:ext cx="723331" cy="1015663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sz="6000" dirty="0">
                    <a:latin typeface="Algerian" panose="04020705040A02060702" pitchFamily="82" charset="0"/>
                  </a:rPr>
                  <a:t>D</a:t>
                </a:r>
                <a:endParaRPr lang="en-US" dirty="0">
                  <a:latin typeface="Algerian" panose="04020705040A02060702" pitchFamily="82" charset="0"/>
                </a:endParaRPr>
              </a:p>
            </p:txBody>
          </p:sp>
        </p:grpSp>
      </p:grpSp>
      <p:grpSp>
        <p:nvGrpSpPr>
          <p:cNvPr id="30" name="Group 29"/>
          <p:cNvGrpSpPr/>
          <p:nvPr/>
        </p:nvGrpSpPr>
        <p:grpSpPr>
          <a:xfrm>
            <a:off x="-9937847" y="0"/>
            <a:ext cx="11793941" cy="6858000"/>
            <a:chOff x="-8129518" y="0"/>
            <a:chExt cx="11793941" cy="6858000"/>
          </a:xfrm>
          <a:effectLst>
            <a:outerShdw blurRad="254000" dist="88900" algn="l" rotWithShape="0">
              <a:prstClr val="black">
                <a:alpha val="51000"/>
              </a:prstClr>
            </a:outerShdw>
          </a:effectLst>
        </p:grpSpPr>
        <p:sp>
          <p:nvSpPr>
            <p:cNvPr id="25" name="Rectangle 24"/>
            <p:cNvSpPr/>
            <p:nvPr/>
          </p:nvSpPr>
          <p:spPr>
            <a:xfrm>
              <a:off x="-8129518" y="0"/>
              <a:ext cx="11054687" cy="6858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6" name="Group 25"/>
            <p:cNvGrpSpPr/>
            <p:nvPr/>
          </p:nvGrpSpPr>
          <p:grpSpPr>
            <a:xfrm>
              <a:off x="2900148" y="288711"/>
              <a:ext cx="764275" cy="1135081"/>
              <a:chOff x="11054687" y="2296236"/>
              <a:chExt cx="764275" cy="1135081"/>
            </a:xfrm>
            <a:solidFill>
              <a:schemeClr val="accent4">
                <a:lumMod val="40000"/>
                <a:lumOff val="60000"/>
              </a:schemeClr>
            </a:solidFill>
          </p:grpSpPr>
          <p:sp>
            <p:nvSpPr>
              <p:cNvPr id="27" name="Rectangle 26"/>
              <p:cNvSpPr/>
              <p:nvPr/>
            </p:nvSpPr>
            <p:spPr>
              <a:xfrm>
                <a:off x="11054687" y="2296236"/>
                <a:ext cx="764275" cy="11327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11054687" y="2415654"/>
                <a:ext cx="723331" cy="1015663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sz="6000" dirty="0">
                    <a:latin typeface="Algerian" panose="04020705040A02060702" pitchFamily="82" charset="0"/>
                  </a:rPr>
                  <a:t>E</a:t>
                </a:r>
                <a:endParaRPr lang="en-US" dirty="0">
                  <a:latin typeface="Algerian" panose="04020705040A02060702" pitchFamily="82" charset="0"/>
                </a:endParaRPr>
              </a:p>
            </p:txBody>
          </p:sp>
        </p:grpSp>
      </p:grpSp>
      <p:sp>
        <p:nvSpPr>
          <p:cNvPr id="35" name="TextBox 34"/>
          <p:cNvSpPr txBox="1"/>
          <p:nvPr/>
        </p:nvSpPr>
        <p:spPr>
          <a:xfrm>
            <a:off x="8202304" y="1160060"/>
            <a:ext cx="376678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 smtClean="0">
                <a:latin typeface="Algerian" panose="04020705040A02060702" pitchFamily="82" charset="0"/>
              </a:rPr>
              <a:t>MY JOURNEY AND </a:t>
            </a:r>
            <a:endParaRPr lang="en-US" sz="6600" dirty="0">
              <a:latin typeface="Algerian" panose="04020705040A02060702" pitchFamily="82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165075" y="4490113"/>
            <a:ext cx="545910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 smtClean="0">
                <a:latin typeface="Algerian" panose="04020705040A02060702" pitchFamily="82" charset="0"/>
              </a:rPr>
              <a:t>INSPIRATION</a:t>
            </a:r>
            <a:endParaRPr lang="en-US" sz="66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0790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346880" y="0"/>
            <a:ext cx="11768920" cy="6858000"/>
            <a:chOff x="346880" y="0"/>
            <a:chExt cx="11768920" cy="6858000"/>
          </a:xfrm>
        </p:grpSpPr>
        <p:grpSp>
          <p:nvGrpSpPr>
            <p:cNvPr id="34" name="Group 33"/>
            <p:cNvGrpSpPr/>
            <p:nvPr/>
          </p:nvGrpSpPr>
          <p:grpSpPr>
            <a:xfrm>
              <a:off x="346880" y="0"/>
              <a:ext cx="11768920" cy="6858000"/>
              <a:chOff x="-2320120" y="0"/>
              <a:chExt cx="11768920" cy="6858000"/>
            </a:xfrm>
            <a:effectLst>
              <a:outerShdw blurRad="254000" dist="88900" algn="l" rotWithShape="0">
                <a:prstClr val="black">
                  <a:alpha val="51000"/>
                </a:prstClr>
              </a:outerShdw>
            </a:effectLst>
          </p:grpSpPr>
          <p:sp>
            <p:nvSpPr>
              <p:cNvPr id="3" name="Rectangle 2"/>
              <p:cNvSpPr/>
              <p:nvPr/>
            </p:nvSpPr>
            <p:spPr>
              <a:xfrm>
                <a:off x="-2320120" y="0"/>
                <a:ext cx="11054687" cy="6858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" name="Group 6"/>
              <p:cNvGrpSpPr/>
              <p:nvPr/>
            </p:nvGrpSpPr>
            <p:grpSpPr>
              <a:xfrm>
                <a:off x="8684525" y="2664684"/>
                <a:ext cx="764275" cy="1135081"/>
                <a:chOff x="11054687" y="2296236"/>
                <a:chExt cx="764275" cy="1135081"/>
              </a:xfrm>
            </p:grpSpPr>
            <p:sp>
              <p:nvSpPr>
                <p:cNvPr id="4" name="Rectangle 3"/>
                <p:cNvSpPr/>
                <p:nvPr/>
              </p:nvSpPr>
              <p:spPr>
                <a:xfrm>
                  <a:off x="11054687" y="2296236"/>
                  <a:ext cx="764275" cy="1132764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" name="TextBox 4"/>
                <p:cNvSpPr txBox="1"/>
                <p:nvPr/>
              </p:nvSpPr>
              <p:spPr>
                <a:xfrm>
                  <a:off x="11054687" y="2415654"/>
                  <a:ext cx="723331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6000" dirty="0" smtClean="0">
                      <a:latin typeface="Algerian" panose="04020705040A02060702" pitchFamily="82" charset="0"/>
                    </a:rPr>
                    <a:t>A</a:t>
                  </a:r>
                  <a:endParaRPr lang="en-US" dirty="0">
                    <a:latin typeface="Algerian" panose="04020705040A02060702" pitchFamily="82" charset="0"/>
                  </a:endParaRPr>
                </a:p>
              </p:txBody>
            </p:sp>
          </p:grpSp>
        </p:grpSp>
        <p:sp>
          <p:nvSpPr>
            <p:cNvPr id="2" name="TextBox 1"/>
            <p:cNvSpPr txBox="1"/>
            <p:nvPr/>
          </p:nvSpPr>
          <p:spPr>
            <a:xfrm>
              <a:off x="6567985" y="793088"/>
              <a:ext cx="425469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dirty="0" smtClean="0">
                  <a:latin typeface="Algerian" panose="04020705040A02060702" pitchFamily="82" charset="0"/>
                </a:rPr>
                <a:t>INTRODUCTION</a:t>
              </a:r>
              <a:endParaRPr lang="en-US" sz="4800" dirty="0">
                <a:latin typeface="Algerian" panose="04020705040A02060702" pitchFamily="82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567984" y="2224585"/>
              <a:ext cx="4513997" cy="30469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u="sng" dirty="0" smtClean="0">
                  <a:latin typeface="Bookman Old Style" panose="02050604050505020204" pitchFamily="18" charset="0"/>
                </a:rPr>
                <a:t>NAME: </a:t>
              </a:r>
              <a:r>
                <a:rPr lang="en-US" sz="2400" dirty="0">
                  <a:latin typeface="Bookman Old Style" panose="02050604050505020204" pitchFamily="18" charset="0"/>
                </a:rPr>
                <a:t> </a:t>
              </a:r>
              <a:r>
                <a:rPr lang="en-US" sz="2400" dirty="0" smtClean="0">
                  <a:latin typeface="Bookman Old Style" panose="02050604050505020204" pitchFamily="18" charset="0"/>
                </a:rPr>
                <a:t>  MAHAM SHEIKH</a:t>
              </a:r>
            </a:p>
            <a:p>
              <a:endParaRPr lang="en-US" sz="2400" dirty="0">
                <a:latin typeface="Bookman Old Style" panose="02050604050505020204" pitchFamily="18" charset="0"/>
              </a:endParaRPr>
            </a:p>
            <a:p>
              <a:r>
                <a:rPr lang="en-US" sz="2400" b="1" i="1" u="sng" dirty="0">
                  <a:latin typeface="Bookman Old Style" panose="02050604050505020204" pitchFamily="18" charset="0"/>
                </a:rPr>
                <a:t>AGE:</a:t>
              </a:r>
              <a:r>
                <a:rPr lang="en-US" sz="2400" b="1" i="1" dirty="0">
                  <a:latin typeface="Bookman Old Style" panose="02050604050505020204" pitchFamily="18" charset="0"/>
                </a:rPr>
                <a:t>      </a:t>
              </a:r>
              <a:r>
                <a:rPr lang="en-US" sz="2400" b="1" i="1" dirty="0" smtClean="0">
                  <a:latin typeface="Bookman Old Style" panose="02050604050505020204" pitchFamily="18" charset="0"/>
                </a:rPr>
                <a:t>  </a:t>
              </a:r>
              <a:r>
                <a:rPr lang="en-US" sz="2400" dirty="0" smtClean="0">
                  <a:latin typeface="Bookman Old Style" panose="02050604050505020204" pitchFamily="18" charset="0"/>
                </a:rPr>
                <a:t>17 YEARS OLD </a:t>
              </a:r>
            </a:p>
            <a:p>
              <a:endParaRPr lang="en-US" sz="2400" dirty="0">
                <a:latin typeface="Bookman Old Style" panose="02050604050505020204" pitchFamily="18" charset="0"/>
              </a:endParaRPr>
            </a:p>
            <a:p>
              <a:r>
                <a:rPr lang="en-US" sz="2400" b="1" i="1" u="sng" dirty="0">
                  <a:latin typeface="Bookman Old Style" panose="02050604050505020204" pitchFamily="18" charset="0"/>
                </a:rPr>
                <a:t>LOCATION:   </a:t>
              </a:r>
              <a:r>
                <a:rPr lang="en-US" sz="2400" dirty="0" smtClean="0">
                  <a:latin typeface="Bookman Old Style" panose="02050604050505020204" pitchFamily="18" charset="0"/>
                </a:rPr>
                <a:t>MOOSA LANE </a:t>
              </a:r>
            </a:p>
            <a:p>
              <a:endParaRPr lang="en-US" sz="2400" dirty="0">
                <a:latin typeface="Bookman Old Style" panose="02050604050505020204" pitchFamily="18" charset="0"/>
              </a:endParaRPr>
            </a:p>
            <a:p>
              <a:r>
                <a:rPr lang="en-US" sz="2400" b="1" i="1" u="sng" dirty="0">
                  <a:latin typeface="Bookman Old Style" panose="02050604050505020204" pitchFamily="18" charset="0"/>
                </a:rPr>
                <a:t>EDUCATION:  </a:t>
              </a:r>
              <a:r>
                <a:rPr lang="en-US" sz="2400" dirty="0" smtClean="0">
                  <a:latin typeface="Bookman Old Style" panose="02050604050505020204" pitchFamily="18" charset="0"/>
                </a:rPr>
                <a:t>COMPLETED 10</a:t>
              </a:r>
              <a:r>
                <a:rPr lang="en-US" sz="2400" baseline="30000" dirty="0" smtClean="0">
                  <a:latin typeface="Bookman Old Style" panose="02050604050505020204" pitchFamily="18" charset="0"/>
                </a:rPr>
                <a:t>TH</a:t>
              </a:r>
              <a:r>
                <a:rPr lang="en-US" sz="2400" dirty="0" smtClean="0">
                  <a:latin typeface="Bookman Old Style" panose="02050604050505020204" pitchFamily="18" charset="0"/>
                </a:rPr>
                <a:t> GRADE</a:t>
              </a:r>
              <a:endParaRPr lang="en-US" sz="2400" dirty="0">
                <a:latin typeface="Bookman Old Style" panose="02050604050505020204" pitchFamily="18" charset="0"/>
              </a:endParaRP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-5587622" y="0"/>
            <a:ext cx="11818962" cy="6858000"/>
            <a:chOff x="-3779293" y="0"/>
            <a:chExt cx="11818962" cy="6858000"/>
          </a:xfrm>
          <a:effectLst>
            <a:outerShdw blurRad="254000" dist="88900" algn="l" rotWithShape="0">
              <a:prstClr val="black">
                <a:alpha val="51000"/>
              </a:prstClr>
            </a:outerShdw>
          </a:effectLst>
        </p:grpSpPr>
        <p:sp>
          <p:nvSpPr>
            <p:cNvPr id="6" name="Rectangle 5"/>
            <p:cNvSpPr/>
            <p:nvPr/>
          </p:nvSpPr>
          <p:spPr>
            <a:xfrm>
              <a:off x="-3779293" y="0"/>
              <a:ext cx="11054687" cy="6858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7275394" y="1924799"/>
              <a:ext cx="764275" cy="1135081"/>
              <a:chOff x="11054687" y="2296236"/>
              <a:chExt cx="764275" cy="1135081"/>
            </a:xfrm>
            <a:solidFill>
              <a:schemeClr val="accent2">
                <a:lumMod val="40000"/>
                <a:lumOff val="60000"/>
              </a:schemeClr>
            </a:solidFill>
          </p:grpSpPr>
          <p:sp>
            <p:nvSpPr>
              <p:cNvPr id="9" name="Rectangle 8"/>
              <p:cNvSpPr/>
              <p:nvPr/>
            </p:nvSpPr>
            <p:spPr>
              <a:xfrm>
                <a:off x="11054687" y="2296236"/>
                <a:ext cx="764275" cy="11327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11054687" y="2415654"/>
                <a:ext cx="723331" cy="1015663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sz="6000" dirty="0">
                    <a:latin typeface="Algerian" panose="04020705040A02060702" pitchFamily="82" charset="0"/>
                  </a:rPr>
                  <a:t>B</a:t>
                </a:r>
                <a:endParaRPr lang="en-US" dirty="0">
                  <a:latin typeface="Algerian" panose="04020705040A02060702" pitchFamily="82" charset="0"/>
                </a:endParaRPr>
              </a:p>
            </p:txBody>
          </p:sp>
        </p:grpSp>
      </p:grpSp>
      <p:sp>
        <p:nvSpPr>
          <p:cNvPr id="11" name="Rectangle 10"/>
          <p:cNvSpPr/>
          <p:nvPr/>
        </p:nvSpPr>
        <p:spPr>
          <a:xfrm>
            <a:off x="-7005852" y="0"/>
            <a:ext cx="11054687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/>
          <p:cNvGrpSpPr/>
          <p:nvPr/>
        </p:nvGrpSpPr>
        <p:grpSpPr>
          <a:xfrm>
            <a:off x="-6996753" y="0"/>
            <a:ext cx="11818962" cy="6858000"/>
            <a:chOff x="-5188424" y="0"/>
            <a:chExt cx="11818962" cy="6858000"/>
          </a:xfrm>
          <a:effectLst>
            <a:outerShdw blurRad="254000" dist="88900" algn="l" rotWithShape="0">
              <a:prstClr val="black">
                <a:alpha val="51000"/>
              </a:prstClr>
            </a:outerShdw>
          </a:effectLst>
        </p:grpSpPr>
        <p:grpSp>
          <p:nvGrpSpPr>
            <p:cNvPr id="13" name="Group 12"/>
            <p:cNvGrpSpPr/>
            <p:nvPr/>
          </p:nvGrpSpPr>
          <p:grpSpPr>
            <a:xfrm>
              <a:off x="5866263" y="1273708"/>
              <a:ext cx="764275" cy="1135081"/>
              <a:chOff x="11054687" y="2296236"/>
              <a:chExt cx="764275" cy="1135081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14" name="Rectangle 13"/>
              <p:cNvSpPr/>
              <p:nvPr/>
            </p:nvSpPr>
            <p:spPr>
              <a:xfrm>
                <a:off x="11054687" y="2296236"/>
                <a:ext cx="764275" cy="11327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11054687" y="2415654"/>
                <a:ext cx="723331" cy="1015663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sz="6000" dirty="0" smtClean="0">
                    <a:latin typeface="Algerian" panose="04020705040A02060702" pitchFamily="82" charset="0"/>
                  </a:rPr>
                  <a:t>C</a:t>
                </a:r>
                <a:endParaRPr lang="en-US" dirty="0">
                  <a:latin typeface="Algerian" panose="04020705040A02060702" pitchFamily="82" charset="0"/>
                </a:endParaRPr>
              </a:p>
            </p:txBody>
          </p:sp>
        </p:grpSp>
        <p:sp>
          <p:nvSpPr>
            <p:cNvPr id="16" name="Rectangle 15"/>
            <p:cNvSpPr/>
            <p:nvPr/>
          </p:nvSpPr>
          <p:spPr>
            <a:xfrm>
              <a:off x="-5188424" y="0"/>
              <a:ext cx="11054687" cy="6858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-8541224" y="0"/>
            <a:ext cx="11818962" cy="6858000"/>
            <a:chOff x="-6732895" y="0"/>
            <a:chExt cx="11818962" cy="6858000"/>
          </a:xfrm>
          <a:effectLst>
            <a:outerShdw blurRad="254000" dist="88900" algn="l" rotWithShape="0">
              <a:prstClr val="black">
                <a:alpha val="51000"/>
              </a:prstClr>
            </a:outerShdw>
          </a:effectLst>
        </p:grpSpPr>
        <p:sp>
          <p:nvSpPr>
            <p:cNvPr id="17" name="Rectangle 16"/>
            <p:cNvSpPr/>
            <p:nvPr/>
          </p:nvSpPr>
          <p:spPr>
            <a:xfrm>
              <a:off x="-6732895" y="0"/>
              <a:ext cx="11054687" cy="6858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/>
            <p:cNvGrpSpPr/>
            <p:nvPr/>
          </p:nvGrpSpPr>
          <p:grpSpPr>
            <a:xfrm>
              <a:off x="4321792" y="793088"/>
              <a:ext cx="764275" cy="1135081"/>
              <a:chOff x="11054687" y="2296236"/>
              <a:chExt cx="764275" cy="1135081"/>
            </a:xfrm>
            <a:solidFill>
              <a:schemeClr val="accent4">
                <a:lumMod val="20000"/>
                <a:lumOff val="80000"/>
              </a:schemeClr>
            </a:solidFill>
          </p:grpSpPr>
          <p:sp>
            <p:nvSpPr>
              <p:cNvPr id="19" name="Rectangle 18"/>
              <p:cNvSpPr/>
              <p:nvPr/>
            </p:nvSpPr>
            <p:spPr>
              <a:xfrm>
                <a:off x="11054687" y="2296236"/>
                <a:ext cx="764275" cy="11327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11054687" y="2415654"/>
                <a:ext cx="723331" cy="1015663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sz="6000" dirty="0">
                    <a:latin typeface="Algerian" panose="04020705040A02060702" pitchFamily="82" charset="0"/>
                  </a:rPr>
                  <a:t>D</a:t>
                </a:r>
                <a:endParaRPr lang="en-US" dirty="0">
                  <a:latin typeface="Algerian" panose="04020705040A02060702" pitchFamily="82" charset="0"/>
                </a:endParaRPr>
              </a:p>
            </p:txBody>
          </p:sp>
        </p:grpSp>
      </p:grpSp>
      <p:grpSp>
        <p:nvGrpSpPr>
          <p:cNvPr id="30" name="Group 29"/>
          <p:cNvGrpSpPr/>
          <p:nvPr/>
        </p:nvGrpSpPr>
        <p:grpSpPr>
          <a:xfrm>
            <a:off x="-9937847" y="0"/>
            <a:ext cx="11793941" cy="6858000"/>
            <a:chOff x="-8129518" y="0"/>
            <a:chExt cx="11793941" cy="6858000"/>
          </a:xfrm>
          <a:effectLst>
            <a:outerShdw blurRad="254000" dist="88900" algn="l" rotWithShape="0">
              <a:prstClr val="black">
                <a:alpha val="51000"/>
              </a:prstClr>
            </a:outerShdw>
          </a:effectLst>
        </p:grpSpPr>
        <p:sp>
          <p:nvSpPr>
            <p:cNvPr id="25" name="Rectangle 24"/>
            <p:cNvSpPr/>
            <p:nvPr/>
          </p:nvSpPr>
          <p:spPr>
            <a:xfrm>
              <a:off x="-8129518" y="0"/>
              <a:ext cx="11054687" cy="6858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6" name="Group 25"/>
            <p:cNvGrpSpPr/>
            <p:nvPr/>
          </p:nvGrpSpPr>
          <p:grpSpPr>
            <a:xfrm>
              <a:off x="2900148" y="288711"/>
              <a:ext cx="764275" cy="1135081"/>
              <a:chOff x="11054687" y="2296236"/>
              <a:chExt cx="764275" cy="1135081"/>
            </a:xfrm>
            <a:solidFill>
              <a:schemeClr val="accent4">
                <a:lumMod val="40000"/>
                <a:lumOff val="60000"/>
              </a:schemeClr>
            </a:solidFill>
          </p:grpSpPr>
          <p:sp>
            <p:nvSpPr>
              <p:cNvPr id="27" name="Rectangle 26"/>
              <p:cNvSpPr/>
              <p:nvPr/>
            </p:nvSpPr>
            <p:spPr>
              <a:xfrm>
                <a:off x="11054687" y="2296236"/>
                <a:ext cx="764275" cy="11327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11054687" y="2415654"/>
                <a:ext cx="723331" cy="1015663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sz="6000" dirty="0">
                    <a:latin typeface="Algerian" panose="04020705040A02060702" pitchFamily="82" charset="0"/>
                  </a:rPr>
                  <a:t>E</a:t>
                </a:r>
                <a:endParaRPr lang="en-US" dirty="0">
                  <a:latin typeface="Algerian" panose="04020705040A02060702" pitchFamily="8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7149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-3999934" y="0"/>
            <a:ext cx="11768920" cy="6858000"/>
            <a:chOff x="346880" y="0"/>
            <a:chExt cx="11768920" cy="6858000"/>
          </a:xfrm>
        </p:grpSpPr>
        <p:grpSp>
          <p:nvGrpSpPr>
            <p:cNvPr id="34" name="Group 33"/>
            <p:cNvGrpSpPr/>
            <p:nvPr/>
          </p:nvGrpSpPr>
          <p:grpSpPr>
            <a:xfrm>
              <a:off x="346880" y="0"/>
              <a:ext cx="11768920" cy="6858000"/>
              <a:chOff x="-2320120" y="0"/>
              <a:chExt cx="11768920" cy="6858000"/>
            </a:xfrm>
            <a:effectLst>
              <a:outerShdw blurRad="254000" dist="88900" algn="l" rotWithShape="0">
                <a:prstClr val="black">
                  <a:alpha val="51000"/>
                </a:prstClr>
              </a:outerShdw>
            </a:effectLst>
          </p:grpSpPr>
          <p:sp>
            <p:nvSpPr>
              <p:cNvPr id="3" name="Rectangle 2"/>
              <p:cNvSpPr/>
              <p:nvPr/>
            </p:nvSpPr>
            <p:spPr>
              <a:xfrm>
                <a:off x="-2320120" y="0"/>
                <a:ext cx="11054687" cy="6858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" name="Group 6"/>
              <p:cNvGrpSpPr/>
              <p:nvPr/>
            </p:nvGrpSpPr>
            <p:grpSpPr>
              <a:xfrm>
                <a:off x="8684525" y="2664684"/>
                <a:ext cx="764275" cy="1135081"/>
                <a:chOff x="11054687" y="2296236"/>
                <a:chExt cx="764275" cy="1135081"/>
              </a:xfrm>
            </p:grpSpPr>
            <p:sp>
              <p:nvSpPr>
                <p:cNvPr id="4" name="Rectangle 3"/>
                <p:cNvSpPr/>
                <p:nvPr/>
              </p:nvSpPr>
              <p:spPr>
                <a:xfrm>
                  <a:off x="11054687" y="2296236"/>
                  <a:ext cx="764275" cy="1132764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" name="TextBox 4"/>
                <p:cNvSpPr txBox="1"/>
                <p:nvPr/>
              </p:nvSpPr>
              <p:spPr>
                <a:xfrm>
                  <a:off x="11054687" y="2415654"/>
                  <a:ext cx="723331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6000" dirty="0" smtClean="0">
                      <a:latin typeface="Algerian" panose="04020705040A02060702" pitchFamily="82" charset="0"/>
                    </a:rPr>
                    <a:t>A</a:t>
                  </a:r>
                  <a:endParaRPr lang="en-US" dirty="0">
                    <a:latin typeface="Algerian" panose="04020705040A02060702" pitchFamily="82" charset="0"/>
                  </a:endParaRPr>
                </a:p>
              </p:txBody>
            </p:sp>
          </p:grpSp>
        </p:grpSp>
        <p:sp>
          <p:nvSpPr>
            <p:cNvPr id="2" name="TextBox 1"/>
            <p:cNvSpPr txBox="1"/>
            <p:nvPr/>
          </p:nvSpPr>
          <p:spPr>
            <a:xfrm>
              <a:off x="6567985" y="793088"/>
              <a:ext cx="425469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dirty="0" smtClean="0">
                  <a:latin typeface="Algerian" panose="04020705040A02060702" pitchFamily="82" charset="0"/>
                </a:rPr>
                <a:t>INTRODUCTION</a:t>
              </a:r>
              <a:endParaRPr lang="en-US" sz="4800" dirty="0">
                <a:latin typeface="Algerian" panose="04020705040A02060702" pitchFamily="82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567984" y="2224585"/>
              <a:ext cx="4513997" cy="30469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u="sng" dirty="0" smtClean="0">
                  <a:latin typeface="Bookman Old Style" panose="02050604050505020204" pitchFamily="18" charset="0"/>
                </a:rPr>
                <a:t>NAME:</a:t>
              </a:r>
              <a:r>
                <a:rPr lang="en-US" sz="2400" dirty="0" smtClean="0">
                  <a:latin typeface="Bookman Old Style" panose="02050604050505020204" pitchFamily="18" charset="0"/>
                </a:rPr>
                <a:t>       QUBA ADNAN</a:t>
              </a:r>
            </a:p>
            <a:p>
              <a:endParaRPr lang="en-US" sz="2400" dirty="0">
                <a:latin typeface="Bookman Old Style" panose="02050604050505020204" pitchFamily="18" charset="0"/>
              </a:endParaRPr>
            </a:p>
            <a:p>
              <a:r>
                <a:rPr lang="en-US" sz="2400" b="1" i="1" u="sng" dirty="0">
                  <a:latin typeface="Bookman Old Style" panose="02050604050505020204" pitchFamily="18" charset="0"/>
                </a:rPr>
                <a:t>AGE:</a:t>
              </a:r>
              <a:r>
                <a:rPr lang="en-US" sz="2400" b="1" i="1" dirty="0">
                  <a:latin typeface="Bookman Old Style" panose="02050604050505020204" pitchFamily="18" charset="0"/>
                </a:rPr>
                <a:t>      </a:t>
              </a:r>
              <a:r>
                <a:rPr lang="en-US" sz="2400" b="1" i="1" dirty="0" smtClean="0">
                  <a:latin typeface="Bookman Old Style" panose="02050604050505020204" pitchFamily="18" charset="0"/>
                </a:rPr>
                <a:t>  </a:t>
              </a:r>
              <a:r>
                <a:rPr lang="en-US" sz="2400" dirty="0" smtClean="0">
                  <a:latin typeface="Bookman Old Style" panose="02050604050505020204" pitchFamily="18" charset="0"/>
                </a:rPr>
                <a:t>17 YEARS OLD </a:t>
              </a:r>
            </a:p>
            <a:p>
              <a:endParaRPr lang="en-US" sz="2400" dirty="0">
                <a:latin typeface="Bookman Old Style" panose="02050604050505020204" pitchFamily="18" charset="0"/>
              </a:endParaRPr>
            </a:p>
            <a:p>
              <a:r>
                <a:rPr lang="en-US" sz="2400" b="1" i="1" u="sng" dirty="0">
                  <a:latin typeface="Bookman Old Style" panose="02050604050505020204" pitchFamily="18" charset="0"/>
                </a:rPr>
                <a:t>LOCATION:   </a:t>
              </a:r>
              <a:r>
                <a:rPr lang="en-US" sz="2400" dirty="0" smtClean="0">
                  <a:latin typeface="Bookman Old Style" panose="02050604050505020204" pitchFamily="18" charset="0"/>
                </a:rPr>
                <a:t>MOOSA LANE </a:t>
              </a:r>
            </a:p>
            <a:p>
              <a:endParaRPr lang="en-US" sz="2400" dirty="0">
                <a:latin typeface="Bookman Old Style" panose="02050604050505020204" pitchFamily="18" charset="0"/>
              </a:endParaRPr>
            </a:p>
            <a:p>
              <a:r>
                <a:rPr lang="en-US" sz="2400" b="1" i="1" u="sng" dirty="0">
                  <a:latin typeface="Bookman Old Style" panose="02050604050505020204" pitchFamily="18" charset="0"/>
                </a:rPr>
                <a:t>EDUCATION:  </a:t>
              </a:r>
              <a:r>
                <a:rPr lang="en-US" sz="2400" dirty="0" smtClean="0">
                  <a:latin typeface="Bookman Old Style" panose="02050604050505020204" pitchFamily="18" charset="0"/>
                </a:rPr>
                <a:t>COMPLETED 12</a:t>
              </a:r>
              <a:r>
                <a:rPr lang="en-US" sz="2400" baseline="30000" dirty="0" smtClean="0">
                  <a:latin typeface="Bookman Old Style" panose="02050604050505020204" pitchFamily="18" charset="0"/>
                </a:rPr>
                <a:t>TH</a:t>
              </a:r>
              <a:r>
                <a:rPr lang="en-US" sz="2400" dirty="0" smtClean="0">
                  <a:latin typeface="Bookman Old Style" panose="02050604050505020204" pitchFamily="18" charset="0"/>
                </a:rPr>
                <a:t> GRADE</a:t>
              </a:r>
              <a:endParaRPr lang="en-US" sz="2400" dirty="0">
                <a:latin typeface="Bookman Old Style" panose="02050604050505020204" pitchFamily="18" charset="0"/>
              </a:endParaRP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-155813" y="0"/>
            <a:ext cx="11818962" cy="6858000"/>
            <a:chOff x="-3779293" y="0"/>
            <a:chExt cx="11818962" cy="6858000"/>
          </a:xfrm>
          <a:effectLst>
            <a:outerShdw blurRad="254000" dist="88900" algn="l" rotWithShape="0">
              <a:prstClr val="black">
                <a:alpha val="51000"/>
              </a:prstClr>
            </a:outerShdw>
          </a:effectLst>
        </p:grpSpPr>
        <p:sp>
          <p:nvSpPr>
            <p:cNvPr id="6" name="Rectangle 5"/>
            <p:cNvSpPr/>
            <p:nvPr/>
          </p:nvSpPr>
          <p:spPr>
            <a:xfrm>
              <a:off x="-3779293" y="0"/>
              <a:ext cx="11054687" cy="6858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7275394" y="1924799"/>
              <a:ext cx="764275" cy="1135081"/>
              <a:chOff x="11054687" y="2296236"/>
              <a:chExt cx="764275" cy="1135081"/>
            </a:xfrm>
            <a:solidFill>
              <a:schemeClr val="accent2">
                <a:lumMod val="40000"/>
                <a:lumOff val="60000"/>
              </a:schemeClr>
            </a:solidFill>
          </p:grpSpPr>
          <p:sp>
            <p:nvSpPr>
              <p:cNvPr id="9" name="Rectangle 8"/>
              <p:cNvSpPr/>
              <p:nvPr/>
            </p:nvSpPr>
            <p:spPr>
              <a:xfrm>
                <a:off x="11054687" y="2296236"/>
                <a:ext cx="764275" cy="11327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11054687" y="2415654"/>
                <a:ext cx="723331" cy="1015663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sz="6000" dirty="0">
                    <a:latin typeface="Algerian" panose="04020705040A02060702" pitchFamily="82" charset="0"/>
                  </a:rPr>
                  <a:t>B</a:t>
                </a:r>
                <a:endParaRPr lang="en-US" dirty="0">
                  <a:latin typeface="Algerian" panose="04020705040A02060702" pitchFamily="82" charset="0"/>
                </a:endParaRPr>
              </a:p>
            </p:txBody>
          </p:sp>
        </p:grpSp>
      </p:grpSp>
      <p:sp>
        <p:nvSpPr>
          <p:cNvPr id="11" name="Rectangle 10"/>
          <p:cNvSpPr/>
          <p:nvPr/>
        </p:nvSpPr>
        <p:spPr>
          <a:xfrm>
            <a:off x="-7005852" y="0"/>
            <a:ext cx="11054687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/>
          <p:cNvGrpSpPr/>
          <p:nvPr/>
        </p:nvGrpSpPr>
        <p:grpSpPr>
          <a:xfrm>
            <a:off x="-6996753" y="0"/>
            <a:ext cx="11818962" cy="6858000"/>
            <a:chOff x="-5188424" y="0"/>
            <a:chExt cx="11818962" cy="6858000"/>
          </a:xfrm>
          <a:effectLst>
            <a:outerShdw blurRad="254000" dist="88900" algn="l" rotWithShape="0">
              <a:prstClr val="black">
                <a:alpha val="51000"/>
              </a:prstClr>
            </a:outerShdw>
          </a:effectLst>
        </p:grpSpPr>
        <p:grpSp>
          <p:nvGrpSpPr>
            <p:cNvPr id="13" name="Group 12"/>
            <p:cNvGrpSpPr/>
            <p:nvPr/>
          </p:nvGrpSpPr>
          <p:grpSpPr>
            <a:xfrm>
              <a:off x="5866263" y="1273708"/>
              <a:ext cx="764275" cy="1135081"/>
              <a:chOff x="11054687" y="2296236"/>
              <a:chExt cx="764275" cy="1135081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14" name="Rectangle 13"/>
              <p:cNvSpPr/>
              <p:nvPr/>
            </p:nvSpPr>
            <p:spPr>
              <a:xfrm>
                <a:off x="11054687" y="2296236"/>
                <a:ext cx="764275" cy="11327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11054687" y="2415654"/>
                <a:ext cx="723331" cy="1015663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sz="6000" dirty="0" smtClean="0">
                    <a:latin typeface="Algerian" panose="04020705040A02060702" pitchFamily="82" charset="0"/>
                  </a:rPr>
                  <a:t>C</a:t>
                </a:r>
                <a:endParaRPr lang="en-US" dirty="0">
                  <a:latin typeface="Algerian" panose="04020705040A02060702" pitchFamily="82" charset="0"/>
                </a:endParaRPr>
              </a:p>
            </p:txBody>
          </p:sp>
        </p:grpSp>
        <p:sp>
          <p:nvSpPr>
            <p:cNvPr id="16" name="Rectangle 15"/>
            <p:cNvSpPr/>
            <p:nvPr/>
          </p:nvSpPr>
          <p:spPr>
            <a:xfrm>
              <a:off x="-5188424" y="0"/>
              <a:ext cx="11054687" cy="6858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-8541224" y="0"/>
            <a:ext cx="11818962" cy="6858000"/>
            <a:chOff x="-6732895" y="0"/>
            <a:chExt cx="11818962" cy="6858000"/>
          </a:xfrm>
          <a:effectLst>
            <a:outerShdw blurRad="254000" dist="88900" algn="l" rotWithShape="0">
              <a:prstClr val="black">
                <a:alpha val="51000"/>
              </a:prstClr>
            </a:outerShdw>
          </a:effectLst>
        </p:grpSpPr>
        <p:sp>
          <p:nvSpPr>
            <p:cNvPr id="17" name="Rectangle 16"/>
            <p:cNvSpPr/>
            <p:nvPr/>
          </p:nvSpPr>
          <p:spPr>
            <a:xfrm>
              <a:off x="-6732895" y="0"/>
              <a:ext cx="11054687" cy="6858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/>
            <p:cNvGrpSpPr/>
            <p:nvPr/>
          </p:nvGrpSpPr>
          <p:grpSpPr>
            <a:xfrm>
              <a:off x="4321792" y="793088"/>
              <a:ext cx="764275" cy="1135081"/>
              <a:chOff x="11054687" y="2296236"/>
              <a:chExt cx="764275" cy="1135081"/>
            </a:xfrm>
            <a:solidFill>
              <a:schemeClr val="accent4">
                <a:lumMod val="20000"/>
                <a:lumOff val="80000"/>
              </a:schemeClr>
            </a:solidFill>
          </p:grpSpPr>
          <p:sp>
            <p:nvSpPr>
              <p:cNvPr id="19" name="Rectangle 18"/>
              <p:cNvSpPr/>
              <p:nvPr/>
            </p:nvSpPr>
            <p:spPr>
              <a:xfrm>
                <a:off x="11054687" y="2296236"/>
                <a:ext cx="764275" cy="11327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11054687" y="2415654"/>
                <a:ext cx="723331" cy="1015663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sz="6000" dirty="0">
                    <a:latin typeface="Algerian" panose="04020705040A02060702" pitchFamily="82" charset="0"/>
                  </a:rPr>
                  <a:t>D</a:t>
                </a:r>
                <a:endParaRPr lang="en-US" dirty="0">
                  <a:latin typeface="Algerian" panose="04020705040A02060702" pitchFamily="82" charset="0"/>
                </a:endParaRPr>
              </a:p>
            </p:txBody>
          </p:sp>
        </p:grpSp>
      </p:grpSp>
      <p:grpSp>
        <p:nvGrpSpPr>
          <p:cNvPr id="30" name="Group 29"/>
          <p:cNvGrpSpPr/>
          <p:nvPr/>
        </p:nvGrpSpPr>
        <p:grpSpPr>
          <a:xfrm>
            <a:off x="-9937847" y="0"/>
            <a:ext cx="11793941" cy="6858000"/>
            <a:chOff x="-8129518" y="0"/>
            <a:chExt cx="11793941" cy="6858000"/>
          </a:xfrm>
          <a:effectLst>
            <a:outerShdw blurRad="254000" dist="88900" algn="l" rotWithShape="0">
              <a:prstClr val="black">
                <a:alpha val="51000"/>
              </a:prstClr>
            </a:outerShdw>
          </a:effectLst>
        </p:grpSpPr>
        <p:sp>
          <p:nvSpPr>
            <p:cNvPr id="25" name="Rectangle 24"/>
            <p:cNvSpPr/>
            <p:nvPr/>
          </p:nvSpPr>
          <p:spPr>
            <a:xfrm>
              <a:off x="-8129518" y="0"/>
              <a:ext cx="11054687" cy="6858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6" name="Group 25"/>
            <p:cNvGrpSpPr/>
            <p:nvPr/>
          </p:nvGrpSpPr>
          <p:grpSpPr>
            <a:xfrm>
              <a:off x="2900148" y="288711"/>
              <a:ext cx="764275" cy="1135081"/>
              <a:chOff x="11054687" y="2296236"/>
              <a:chExt cx="764275" cy="1135081"/>
            </a:xfrm>
            <a:solidFill>
              <a:schemeClr val="accent4">
                <a:lumMod val="40000"/>
                <a:lumOff val="60000"/>
              </a:schemeClr>
            </a:solidFill>
          </p:grpSpPr>
          <p:sp>
            <p:nvSpPr>
              <p:cNvPr id="27" name="Rectangle 26"/>
              <p:cNvSpPr/>
              <p:nvPr/>
            </p:nvSpPr>
            <p:spPr>
              <a:xfrm>
                <a:off x="11054687" y="2296236"/>
                <a:ext cx="764275" cy="11327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11054687" y="2415654"/>
                <a:ext cx="723331" cy="1015663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sz="6000" dirty="0">
                    <a:latin typeface="Algerian" panose="04020705040A02060702" pitchFamily="82" charset="0"/>
                  </a:rPr>
                  <a:t>E</a:t>
                </a:r>
                <a:endParaRPr lang="en-US" dirty="0">
                  <a:latin typeface="Algerian" panose="04020705040A02060702" pitchFamily="82" charset="0"/>
                </a:endParaRPr>
              </a:p>
            </p:txBody>
          </p:sp>
        </p:grpSp>
      </p:grpSp>
      <p:sp>
        <p:nvSpPr>
          <p:cNvPr id="22" name="TextBox 21"/>
          <p:cNvSpPr txBox="1"/>
          <p:nvPr/>
        </p:nvSpPr>
        <p:spPr>
          <a:xfrm>
            <a:off x="5486400" y="408129"/>
            <a:ext cx="47767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latin typeface="Algerian" panose="04020705040A02060702" pitchFamily="82" charset="0"/>
              </a:rPr>
              <a:t>GOALS, HOBBIES &amp; PERSONALITY</a:t>
            </a:r>
            <a:endParaRPr lang="en-US" sz="3600" dirty="0">
              <a:latin typeface="Algerian" panose="04020705040A02060702" pitchFamily="82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960961" y="2406472"/>
            <a:ext cx="53021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u="sng" dirty="0" smtClean="0">
                <a:latin typeface="Bookman Old Style" panose="02050604050505020204" pitchFamily="18" charset="0"/>
              </a:rPr>
              <a:t>GOAL:</a:t>
            </a:r>
            <a:r>
              <a:rPr lang="en-US" sz="2400" dirty="0" smtClean="0">
                <a:latin typeface="Bookman Old Style" panose="02050604050505020204" pitchFamily="18" charset="0"/>
              </a:rPr>
              <a:t> BECOME A SOFTWARE ENGINEER</a:t>
            </a:r>
            <a:endParaRPr lang="en-US" sz="2400" dirty="0">
              <a:latin typeface="Bookman Old Style" panose="020506040505050202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716437" y="3798079"/>
            <a:ext cx="6428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u="sng" dirty="0" smtClean="0">
                <a:latin typeface="Bookman Old Style" panose="02050604050505020204" pitchFamily="18" charset="0"/>
              </a:rPr>
              <a:t>HOBBIES</a:t>
            </a:r>
            <a:r>
              <a:rPr lang="en-US" sz="2000" dirty="0" smtClean="0">
                <a:latin typeface="Bookman Old Style" panose="02050604050505020204" pitchFamily="18" charset="0"/>
              </a:rPr>
              <a:t>: READING, LISTENING MUSIC</a:t>
            </a:r>
            <a:endParaRPr lang="en-US" sz="2000" dirty="0">
              <a:latin typeface="Bookman Old Style" panose="020506040505050202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513994" y="4790826"/>
            <a:ext cx="59367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u="sng" dirty="0" smtClean="0">
                <a:latin typeface="Bookman Old Style" panose="02050604050505020204" pitchFamily="18" charset="0"/>
              </a:rPr>
              <a:t>TRAITS:</a:t>
            </a:r>
            <a:r>
              <a:rPr lang="en-US" sz="2400" dirty="0" smtClean="0">
                <a:latin typeface="Bookman Old Style" panose="02050604050505020204" pitchFamily="18" charset="0"/>
              </a:rPr>
              <a:t> RESPONSIBLE, FOCUSED, DEDICATED, MOTIVATED, ALWAYS WILLING TO LEARN.</a:t>
            </a:r>
            <a:endParaRPr lang="en-US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4225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7787036" y="0"/>
            <a:ext cx="11826644" cy="6858000"/>
            <a:chOff x="-7682" y="0"/>
            <a:chExt cx="11826644" cy="6858000"/>
          </a:xfrm>
        </p:grpSpPr>
        <p:grpSp>
          <p:nvGrpSpPr>
            <p:cNvPr id="33" name="Group 32"/>
            <p:cNvGrpSpPr/>
            <p:nvPr/>
          </p:nvGrpSpPr>
          <p:grpSpPr>
            <a:xfrm>
              <a:off x="-7682" y="0"/>
              <a:ext cx="11826644" cy="6858000"/>
              <a:chOff x="-3786975" y="0"/>
              <a:chExt cx="11826644" cy="6858000"/>
            </a:xfrm>
            <a:effectLst>
              <a:outerShdw blurRad="254000" dist="88900" algn="l" rotWithShape="0">
                <a:prstClr val="black">
                  <a:alpha val="51000"/>
                </a:prstClr>
              </a:outerShdw>
            </a:effectLst>
          </p:grpSpPr>
          <p:sp>
            <p:nvSpPr>
              <p:cNvPr id="6" name="Rectangle 5"/>
              <p:cNvSpPr/>
              <p:nvPr/>
            </p:nvSpPr>
            <p:spPr>
              <a:xfrm>
                <a:off x="-3786975" y="0"/>
                <a:ext cx="11054687" cy="68580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8" name="Group 7"/>
              <p:cNvGrpSpPr/>
              <p:nvPr/>
            </p:nvGrpSpPr>
            <p:grpSpPr>
              <a:xfrm>
                <a:off x="7275394" y="1924799"/>
                <a:ext cx="764275" cy="1135081"/>
                <a:chOff x="11054687" y="2296236"/>
                <a:chExt cx="764275" cy="1135081"/>
              </a:xfrm>
              <a:solidFill>
                <a:schemeClr val="accent2">
                  <a:lumMod val="40000"/>
                  <a:lumOff val="60000"/>
                </a:schemeClr>
              </a:solidFill>
            </p:grpSpPr>
            <p:sp>
              <p:nvSpPr>
                <p:cNvPr id="9" name="Rectangle 8"/>
                <p:cNvSpPr/>
                <p:nvPr/>
              </p:nvSpPr>
              <p:spPr>
                <a:xfrm>
                  <a:off x="11054687" y="2296236"/>
                  <a:ext cx="764275" cy="1132764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TextBox 9"/>
                <p:cNvSpPr txBox="1"/>
                <p:nvPr/>
              </p:nvSpPr>
              <p:spPr>
                <a:xfrm>
                  <a:off x="11054687" y="2415654"/>
                  <a:ext cx="723331" cy="1015663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6000" dirty="0">
                      <a:latin typeface="Algerian" panose="04020705040A02060702" pitchFamily="82" charset="0"/>
                    </a:rPr>
                    <a:t>B</a:t>
                  </a:r>
                  <a:endParaRPr lang="en-US" dirty="0">
                    <a:latin typeface="Algerian" panose="04020705040A02060702" pitchFamily="82" charset="0"/>
                  </a:endParaRPr>
                </a:p>
              </p:txBody>
            </p:sp>
          </p:grpSp>
        </p:grpSp>
        <p:sp>
          <p:nvSpPr>
            <p:cNvPr id="22" name="TextBox 21"/>
            <p:cNvSpPr txBox="1"/>
            <p:nvPr/>
          </p:nvSpPr>
          <p:spPr>
            <a:xfrm>
              <a:off x="5486400" y="408129"/>
              <a:ext cx="477671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 smtClean="0">
                  <a:latin typeface="Algerian" panose="04020705040A02060702" pitchFamily="82" charset="0"/>
                </a:rPr>
                <a:t>GOALS, HOBBIES &amp; PERSONALITY</a:t>
              </a:r>
              <a:endParaRPr lang="en-US" sz="3600" dirty="0">
                <a:latin typeface="Algerian" panose="04020705040A02060702" pitchFamily="82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960961" y="2406472"/>
              <a:ext cx="530215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u="sng" dirty="0" smtClean="0">
                  <a:latin typeface="Bookman Old Style" panose="02050604050505020204" pitchFamily="18" charset="0"/>
                </a:rPr>
                <a:t>GOAL:</a:t>
              </a:r>
              <a:r>
                <a:rPr lang="en-US" sz="2400" dirty="0" smtClean="0">
                  <a:latin typeface="Bookman Old Style" panose="02050604050505020204" pitchFamily="18" charset="0"/>
                </a:rPr>
                <a:t> BECOME A SOFTWARE ENGINEER</a:t>
              </a:r>
              <a:endParaRPr lang="en-US" sz="2400" dirty="0">
                <a:latin typeface="Bookman Old Style" panose="02050604050505020204" pitchFamily="18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716437" y="3798079"/>
              <a:ext cx="64280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u="sng" dirty="0" smtClean="0">
                  <a:latin typeface="Bookman Old Style" panose="02050604050505020204" pitchFamily="18" charset="0"/>
                </a:rPr>
                <a:t>HOBBIES</a:t>
              </a:r>
              <a:r>
                <a:rPr lang="en-US" sz="2000" dirty="0" smtClean="0">
                  <a:latin typeface="Bookman Old Style" panose="02050604050505020204" pitchFamily="18" charset="0"/>
                </a:rPr>
                <a:t>: READING, LISTENING MUSIC</a:t>
              </a:r>
              <a:endParaRPr lang="en-US" sz="2000" dirty="0">
                <a:latin typeface="Bookman Old Style" panose="02050604050505020204" pitchFamily="18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513994" y="4790826"/>
              <a:ext cx="593677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u="sng" dirty="0" smtClean="0">
                  <a:latin typeface="Bookman Old Style" panose="02050604050505020204" pitchFamily="18" charset="0"/>
                </a:rPr>
                <a:t>TRAITS:</a:t>
              </a:r>
              <a:r>
                <a:rPr lang="en-US" sz="2400" dirty="0" smtClean="0">
                  <a:latin typeface="Bookman Old Style" panose="02050604050505020204" pitchFamily="18" charset="0"/>
                </a:rPr>
                <a:t> RESPONSIBLE, FOCUSED, DEDICATED, MOTIVATED, ALWAYS WILLING TO LEARN.</a:t>
              </a:r>
              <a:endParaRPr lang="en-US" sz="2400" dirty="0">
                <a:latin typeface="Bookman Old Style" panose="02050604050505020204" pitchFamily="18" charset="0"/>
              </a:endParaRP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-659081" y="0"/>
            <a:ext cx="11818962" cy="6858000"/>
            <a:chOff x="-751340" y="0"/>
            <a:chExt cx="11818962" cy="6858000"/>
          </a:xfrm>
        </p:grpSpPr>
        <p:grpSp>
          <p:nvGrpSpPr>
            <p:cNvPr id="32" name="Group 31"/>
            <p:cNvGrpSpPr/>
            <p:nvPr/>
          </p:nvGrpSpPr>
          <p:grpSpPr>
            <a:xfrm>
              <a:off x="-751340" y="0"/>
              <a:ext cx="11818962" cy="6858000"/>
              <a:chOff x="-5188424" y="0"/>
              <a:chExt cx="11818962" cy="6858000"/>
            </a:xfrm>
            <a:effectLst>
              <a:outerShdw blurRad="254000" dist="88900" algn="l" rotWithShape="0">
                <a:prstClr val="black">
                  <a:alpha val="51000"/>
                </a:prstClr>
              </a:outerShdw>
            </a:effectLst>
          </p:grpSpPr>
          <p:grpSp>
            <p:nvGrpSpPr>
              <p:cNvPr id="13" name="Group 12"/>
              <p:cNvGrpSpPr/>
              <p:nvPr/>
            </p:nvGrpSpPr>
            <p:grpSpPr>
              <a:xfrm>
                <a:off x="5866263" y="1273708"/>
                <a:ext cx="764275" cy="1135081"/>
                <a:chOff x="11054687" y="2296236"/>
                <a:chExt cx="764275" cy="1135081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14" name="Rectangle 13"/>
                <p:cNvSpPr/>
                <p:nvPr/>
              </p:nvSpPr>
              <p:spPr>
                <a:xfrm>
                  <a:off x="11054687" y="2296236"/>
                  <a:ext cx="764275" cy="1132764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TextBox 14"/>
                <p:cNvSpPr txBox="1"/>
                <p:nvPr/>
              </p:nvSpPr>
              <p:spPr>
                <a:xfrm>
                  <a:off x="11054687" y="2415654"/>
                  <a:ext cx="723331" cy="1015663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6000" dirty="0" smtClean="0">
                      <a:latin typeface="Algerian" panose="04020705040A02060702" pitchFamily="82" charset="0"/>
                    </a:rPr>
                    <a:t>C</a:t>
                  </a:r>
                  <a:endParaRPr lang="en-US" dirty="0">
                    <a:latin typeface="Algerian" panose="04020705040A02060702" pitchFamily="82" charset="0"/>
                  </a:endParaRPr>
                </a:p>
              </p:txBody>
            </p:sp>
          </p:grpSp>
          <p:sp>
            <p:nvSpPr>
              <p:cNvPr id="16" name="Rectangle 15"/>
              <p:cNvSpPr/>
              <p:nvPr/>
            </p:nvSpPr>
            <p:spPr>
              <a:xfrm>
                <a:off x="-5188424" y="0"/>
                <a:ext cx="11054687" cy="68580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3" name="TextBox 42"/>
            <p:cNvSpPr txBox="1"/>
            <p:nvPr/>
          </p:nvSpPr>
          <p:spPr>
            <a:xfrm>
              <a:off x="3698825" y="717858"/>
              <a:ext cx="67650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 smtClean="0">
                  <a:latin typeface="Algerian" panose="04020705040A02060702" pitchFamily="82" charset="0"/>
                </a:rPr>
                <a:t>CHALLENGES &amp; INSPIRATION</a:t>
              </a:r>
              <a:endParaRPr lang="en-US" sz="3600" dirty="0">
                <a:latin typeface="Algerian" panose="04020705040A02060702" pitchFamily="82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277738" y="2513716"/>
              <a:ext cx="754649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u="sng" dirty="0" smtClean="0">
                  <a:latin typeface="Bookman Old Style" panose="02050604050505020204" pitchFamily="18" charset="0"/>
                </a:rPr>
                <a:t>CHALLENGES:</a:t>
              </a:r>
              <a:r>
                <a:rPr lang="en-US" sz="2400" dirty="0" smtClean="0">
                  <a:latin typeface="Bookman Old Style" panose="02050604050505020204" pitchFamily="18" charset="0"/>
                </a:rPr>
                <a:t> OVERTHINKING &amp; PUBLIC SPEAKING</a:t>
              </a:r>
              <a:endParaRPr lang="en-US" sz="2400" dirty="0">
                <a:latin typeface="Bookman Old Style" panose="02050604050505020204" pitchFamily="18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282285" y="3886945"/>
              <a:ext cx="678066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u="sng" dirty="0" smtClean="0">
                  <a:latin typeface="Bookman Old Style" panose="02050604050505020204" pitchFamily="18" charset="0"/>
                </a:rPr>
                <a:t>SPECIAL:</a:t>
              </a:r>
              <a:r>
                <a:rPr lang="en-US" sz="2400" dirty="0" smtClean="0">
                  <a:latin typeface="Bookman Old Style" panose="02050604050505020204" pitchFamily="18" charset="0"/>
                </a:rPr>
                <a:t> NEVER GIVE UP EASILY, STAY MOTIVATED</a:t>
              </a:r>
              <a:endParaRPr lang="en-US" sz="2400" dirty="0">
                <a:latin typeface="Bookman Old Style" panose="02050604050505020204" pitchFamily="18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312283" y="5043776"/>
              <a:ext cx="639739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u="sng" dirty="0" smtClean="0">
                  <a:latin typeface="Bookman Old Style" panose="02050604050505020204" pitchFamily="18" charset="0"/>
                </a:rPr>
                <a:t>INSPIRATION:</a:t>
              </a:r>
              <a:r>
                <a:rPr lang="en-US" sz="2400" dirty="0" smtClean="0">
                  <a:latin typeface="Bookman Old Style" panose="02050604050505020204" pitchFamily="18" charset="0"/>
                </a:rPr>
                <a:t>  HAZRAT UMER (RA) INSPIRES ME TO STAY STRONG, SPEAK WITH CONFIDENCE.</a:t>
              </a:r>
              <a:endParaRPr lang="en-US" sz="2400" dirty="0">
                <a:latin typeface="Bookman Old Style" panose="02050604050505020204" pitchFamily="18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-9616768" y="0"/>
            <a:ext cx="11768920" cy="6858000"/>
            <a:chOff x="346880" y="0"/>
            <a:chExt cx="11768920" cy="6858000"/>
          </a:xfrm>
        </p:grpSpPr>
        <p:grpSp>
          <p:nvGrpSpPr>
            <p:cNvPr id="34" name="Group 33"/>
            <p:cNvGrpSpPr/>
            <p:nvPr/>
          </p:nvGrpSpPr>
          <p:grpSpPr>
            <a:xfrm>
              <a:off x="346880" y="0"/>
              <a:ext cx="11768920" cy="6858000"/>
              <a:chOff x="-2320120" y="0"/>
              <a:chExt cx="11768920" cy="6858000"/>
            </a:xfrm>
            <a:effectLst>
              <a:outerShdw blurRad="254000" dist="88900" algn="l" rotWithShape="0">
                <a:prstClr val="black">
                  <a:alpha val="51000"/>
                </a:prstClr>
              </a:outerShdw>
            </a:effectLst>
          </p:grpSpPr>
          <p:sp>
            <p:nvSpPr>
              <p:cNvPr id="3" name="Rectangle 2"/>
              <p:cNvSpPr/>
              <p:nvPr/>
            </p:nvSpPr>
            <p:spPr>
              <a:xfrm>
                <a:off x="-2320120" y="0"/>
                <a:ext cx="11054687" cy="6858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" name="Group 6"/>
              <p:cNvGrpSpPr/>
              <p:nvPr/>
            </p:nvGrpSpPr>
            <p:grpSpPr>
              <a:xfrm>
                <a:off x="8684525" y="2664684"/>
                <a:ext cx="764275" cy="1135081"/>
                <a:chOff x="11054687" y="2296236"/>
                <a:chExt cx="764275" cy="1135081"/>
              </a:xfrm>
            </p:grpSpPr>
            <p:sp>
              <p:nvSpPr>
                <p:cNvPr id="4" name="Rectangle 3"/>
                <p:cNvSpPr/>
                <p:nvPr/>
              </p:nvSpPr>
              <p:spPr>
                <a:xfrm>
                  <a:off x="11054687" y="2296236"/>
                  <a:ext cx="764275" cy="1132764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" name="TextBox 4"/>
                <p:cNvSpPr txBox="1"/>
                <p:nvPr/>
              </p:nvSpPr>
              <p:spPr>
                <a:xfrm>
                  <a:off x="11054687" y="2415654"/>
                  <a:ext cx="723331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6000" dirty="0" smtClean="0">
                      <a:latin typeface="Algerian" panose="04020705040A02060702" pitchFamily="82" charset="0"/>
                    </a:rPr>
                    <a:t>A</a:t>
                  </a:r>
                  <a:endParaRPr lang="en-US" dirty="0">
                    <a:latin typeface="Algerian" panose="04020705040A02060702" pitchFamily="82" charset="0"/>
                  </a:endParaRPr>
                </a:p>
              </p:txBody>
            </p:sp>
          </p:grpSp>
        </p:grpSp>
        <p:sp>
          <p:nvSpPr>
            <p:cNvPr id="2" name="TextBox 1"/>
            <p:cNvSpPr txBox="1"/>
            <p:nvPr/>
          </p:nvSpPr>
          <p:spPr>
            <a:xfrm>
              <a:off x="6567985" y="793088"/>
              <a:ext cx="425469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dirty="0" smtClean="0">
                  <a:latin typeface="Algerian" panose="04020705040A02060702" pitchFamily="82" charset="0"/>
                </a:rPr>
                <a:t>INTRODUCTION</a:t>
              </a:r>
              <a:endParaRPr lang="en-US" sz="4800" dirty="0">
                <a:latin typeface="Algerian" panose="04020705040A02060702" pitchFamily="82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567984" y="2224585"/>
              <a:ext cx="4513997" cy="30469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u="sng" dirty="0" smtClean="0">
                  <a:latin typeface="Bookman Old Style" panose="02050604050505020204" pitchFamily="18" charset="0"/>
                </a:rPr>
                <a:t>NAME:</a:t>
              </a:r>
              <a:r>
                <a:rPr lang="en-US" sz="2400" dirty="0" smtClean="0">
                  <a:latin typeface="Bookman Old Style" panose="02050604050505020204" pitchFamily="18" charset="0"/>
                </a:rPr>
                <a:t>       QUBA ADNAN</a:t>
              </a:r>
            </a:p>
            <a:p>
              <a:endParaRPr lang="en-US" sz="2400" dirty="0">
                <a:latin typeface="Bookman Old Style" panose="02050604050505020204" pitchFamily="18" charset="0"/>
              </a:endParaRPr>
            </a:p>
            <a:p>
              <a:r>
                <a:rPr lang="en-US" sz="2400" b="1" i="1" u="sng" dirty="0">
                  <a:latin typeface="Bookman Old Style" panose="02050604050505020204" pitchFamily="18" charset="0"/>
                </a:rPr>
                <a:t>AGE:</a:t>
              </a:r>
              <a:r>
                <a:rPr lang="en-US" sz="2400" b="1" i="1" dirty="0">
                  <a:latin typeface="Bookman Old Style" panose="02050604050505020204" pitchFamily="18" charset="0"/>
                </a:rPr>
                <a:t>      </a:t>
              </a:r>
              <a:r>
                <a:rPr lang="en-US" sz="2400" b="1" i="1" dirty="0" smtClean="0">
                  <a:latin typeface="Bookman Old Style" panose="02050604050505020204" pitchFamily="18" charset="0"/>
                </a:rPr>
                <a:t>  </a:t>
              </a:r>
              <a:r>
                <a:rPr lang="en-US" sz="2400" dirty="0" smtClean="0">
                  <a:latin typeface="Bookman Old Style" panose="02050604050505020204" pitchFamily="18" charset="0"/>
                </a:rPr>
                <a:t>17 YEARS OLD </a:t>
              </a:r>
            </a:p>
            <a:p>
              <a:endParaRPr lang="en-US" sz="2400" dirty="0">
                <a:latin typeface="Bookman Old Style" panose="02050604050505020204" pitchFamily="18" charset="0"/>
              </a:endParaRPr>
            </a:p>
            <a:p>
              <a:r>
                <a:rPr lang="en-US" sz="2400" b="1" i="1" u="sng" dirty="0">
                  <a:latin typeface="Bookman Old Style" panose="02050604050505020204" pitchFamily="18" charset="0"/>
                </a:rPr>
                <a:t>LOCATION:   </a:t>
              </a:r>
              <a:r>
                <a:rPr lang="en-US" sz="2400" dirty="0" smtClean="0">
                  <a:latin typeface="Bookman Old Style" panose="02050604050505020204" pitchFamily="18" charset="0"/>
                </a:rPr>
                <a:t>MOOSA LANE </a:t>
              </a:r>
            </a:p>
            <a:p>
              <a:endParaRPr lang="en-US" sz="2400" dirty="0">
                <a:latin typeface="Bookman Old Style" panose="02050604050505020204" pitchFamily="18" charset="0"/>
              </a:endParaRPr>
            </a:p>
            <a:p>
              <a:r>
                <a:rPr lang="en-US" sz="2400" b="1" i="1" u="sng" dirty="0">
                  <a:latin typeface="Bookman Old Style" panose="02050604050505020204" pitchFamily="18" charset="0"/>
                </a:rPr>
                <a:t>EDUCATION:  </a:t>
              </a:r>
              <a:r>
                <a:rPr lang="en-US" sz="2400" dirty="0" smtClean="0">
                  <a:latin typeface="Bookman Old Style" panose="02050604050505020204" pitchFamily="18" charset="0"/>
                </a:rPr>
                <a:t>COMPLETED 12</a:t>
              </a:r>
              <a:r>
                <a:rPr lang="en-US" sz="2400" baseline="30000" dirty="0" smtClean="0">
                  <a:latin typeface="Bookman Old Style" panose="02050604050505020204" pitchFamily="18" charset="0"/>
                </a:rPr>
                <a:t>TH</a:t>
              </a:r>
              <a:r>
                <a:rPr lang="en-US" sz="2400" dirty="0" smtClean="0">
                  <a:latin typeface="Bookman Old Style" panose="02050604050505020204" pitchFamily="18" charset="0"/>
                </a:rPr>
                <a:t> GRADE</a:t>
              </a:r>
              <a:endParaRPr lang="en-US" sz="2400" dirty="0">
                <a:latin typeface="Bookman Old Style" panose="02050604050505020204" pitchFamily="18" charset="0"/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-8359606" y="0"/>
            <a:ext cx="11818962" cy="6858000"/>
            <a:chOff x="-6732895" y="0"/>
            <a:chExt cx="11818962" cy="6858000"/>
          </a:xfrm>
          <a:effectLst>
            <a:outerShdw blurRad="254000" dist="88900" algn="l" rotWithShape="0">
              <a:prstClr val="black">
                <a:alpha val="51000"/>
              </a:prstClr>
            </a:outerShdw>
          </a:effectLst>
        </p:grpSpPr>
        <p:sp>
          <p:nvSpPr>
            <p:cNvPr id="17" name="Rectangle 16"/>
            <p:cNvSpPr/>
            <p:nvPr/>
          </p:nvSpPr>
          <p:spPr>
            <a:xfrm>
              <a:off x="-6732895" y="0"/>
              <a:ext cx="11054687" cy="6858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/>
            <p:cNvGrpSpPr/>
            <p:nvPr/>
          </p:nvGrpSpPr>
          <p:grpSpPr>
            <a:xfrm>
              <a:off x="4321792" y="793088"/>
              <a:ext cx="764275" cy="1135081"/>
              <a:chOff x="11054687" y="2296236"/>
              <a:chExt cx="764275" cy="1135081"/>
            </a:xfrm>
            <a:solidFill>
              <a:schemeClr val="accent4">
                <a:lumMod val="20000"/>
                <a:lumOff val="80000"/>
              </a:schemeClr>
            </a:solidFill>
          </p:grpSpPr>
          <p:sp>
            <p:nvSpPr>
              <p:cNvPr id="19" name="Rectangle 18"/>
              <p:cNvSpPr/>
              <p:nvPr/>
            </p:nvSpPr>
            <p:spPr>
              <a:xfrm>
                <a:off x="11054687" y="2296236"/>
                <a:ext cx="764275" cy="11327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11054687" y="2415654"/>
                <a:ext cx="723331" cy="1015663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sz="6000" dirty="0">
                    <a:latin typeface="Algerian" panose="04020705040A02060702" pitchFamily="82" charset="0"/>
                  </a:rPr>
                  <a:t>D</a:t>
                </a:r>
                <a:endParaRPr lang="en-US" dirty="0">
                  <a:latin typeface="Algerian" panose="04020705040A02060702" pitchFamily="82" charset="0"/>
                </a:endParaRPr>
              </a:p>
            </p:txBody>
          </p:sp>
        </p:grpSp>
      </p:grpSp>
      <p:grpSp>
        <p:nvGrpSpPr>
          <p:cNvPr id="30" name="Group 29"/>
          <p:cNvGrpSpPr/>
          <p:nvPr/>
        </p:nvGrpSpPr>
        <p:grpSpPr>
          <a:xfrm>
            <a:off x="-9937847" y="0"/>
            <a:ext cx="11793941" cy="6858000"/>
            <a:chOff x="-8129518" y="0"/>
            <a:chExt cx="11793941" cy="6858000"/>
          </a:xfrm>
          <a:effectLst>
            <a:outerShdw blurRad="254000" dist="88900" algn="l" rotWithShape="0">
              <a:prstClr val="black">
                <a:alpha val="51000"/>
              </a:prstClr>
            </a:outerShdw>
          </a:effectLst>
        </p:grpSpPr>
        <p:sp>
          <p:nvSpPr>
            <p:cNvPr id="25" name="Rectangle 24"/>
            <p:cNvSpPr/>
            <p:nvPr/>
          </p:nvSpPr>
          <p:spPr>
            <a:xfrm>
              <a:off x="-8129518" y="0"/>
              <a:ext cx="11054687" cy="6858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6" name="Group 25"/>
            <p:cNvGrpSpPr/>
            <p:nvPr/>
          </p:nvGrpSpPr>
          <p:grpSpPr>
            <a:xfrm>
              <a:off x="2900148" y="288711"/>
              <a:ext cx="764275" cy="1135081"/>
              <a:chOff x="11054687" y="2296236"/>
              <a:chExt cx="764275" cy="1135081"/>
            </a:xfrm>
            <a:solidFill>
              <a:schemeClr val="accent4">
                <a:lumMod val="40000"/>
                <a:lumOff val="60000"/>
              </a:schemeClr>
            </a:solidFill>
          </p:grpSpPr>
          <p:sp>
            <p:nvSpPr>
              <p:cNvPr id="27" name="Rectangle 26"/>
              <p:cNvSpPr/>
              <p:nvPr/>
            </p:nvSpPr>
            <p:spPr>
              <a:xfrm>
                <a:off x="11054687" y="2296236"/>
                <a:ext cx="764275" cy="11327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11054687" y="2415654"/>
                <a:ext cx="723331" cy="1015663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sz="6000" dirty="0">
                    <a:latin typeface="Algerian" panose="04020705040A02060702" pitchFamily="82" charset="0"/>
                  </a:rPr>
                  <a:t>E</a:t>
                </a:r>
                <a:endParaRPr lang="en-US" dirty="0">
                  <a:latin typeface="Algerian" panose="04020705040A02060702" pitchFamily="8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71292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/>
          <p:cNvGrpSpPr/>
          <p:nvPr/>
        </p:nvGrpSpPr>
        <p:grpSpPr>
          <a:xfrm>
            <a:off x="-6792036" y="27083"/>
            <a:ext cx="11818962" cy="6858000"/>
            <a:chOff x="-751340" y="0"/>
            <a:chExt cx="11818962" cy="6858000"/>
          </a:xfrm>
        </p:grpSpPr>
        <p:grpSp>
          <p:nvGrpSpPr>
            <p:cNvPr id="32" name="Group 31"/>
            <p:cNvGrpSpPr/>
            <p:nvPr/>
          </p:nvGrpSpPr>
          <p:grpSpPr>
            <a:xfrm>
              <a:off x="-751340" y="0"/>
              <a:ext cx="11818962" cy="6858000"/>
              <a:chOff x="-5188424" y="0"/>
              <a:chExt cx="11818962" cy="6858000"/>
            </a:xfrm>
            <a:effectLst>
              <a:outerShdw blurRad="254000" dist="88900" algn="l" rotWithShape="0">
                <a:prstClr val="black">
                  <a:alpha val="51000"/>
                </a:prstClr>
              </a:outerShdw>
            </a:effectLst>
          </p:grpSpPr>
          <p:grpSp>
            <p:nvGrpSpPr>
              <p:cNvPr id="13" name="Group 12"/>
              <p:cNvGrpSpPr/>
              <p:nvPr/>
            </p:nvGrpSpPr>
            <p:grpSpPr>
              <a:xfrm>
                <a:off x="5866263" y="1273708"/>
                <a:ext cx="764275" cy="1135081"/>
                <a:chOff x="11054687" y="2296236"/>
                <a:chExt cx="764275" cy="1135081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14" name="Rectangle 13"/>
                <p:cNvSpPr/>
                <p:nvPr/>
              </p:nvSpPr>
              <p:spPr>
                <a:xfrm>
                  <a:off x="11054687" y="2296236"/>
                  <a:ext cx="764275" cy="1132764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TextBox 14"/>
                <p:cNvSpPr txBox="1"/>
                <p:nvPr/>
              </p:nvSpPr>
              <p:spPr>
                <a:xfrm>
                  <a:off x="11054687" y="2415654"/>
                  <a:ext cx="723331" cy="1015663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6000" dirty="0" smtClean="0">
                      <a:latin typeface="Algerian" panose="04020705040A02060702" pitchFamily="82" charset="0"/>
                    </a:rPr>
                    <a:t>C</a:t>
                  </a:r>
                  <a:endParaRPr lang="en-US" dirty="0">
                    <a:latin typeface="Algerian" panose="04020705040A02060702" pitchFamily="82" charset="0"/>
                  </a:endParaRPr>
                </a:p>
              </p:txBody>
            </p:sp>
          </p:grpSp>
          <p:sp>
            <p:nvSpPr>
              <p:cNvPr id="16" name="Rectangle 15"/>
              <p:cNvSpPr/>
              <p:nvPr/>
            </p:nvSpPr>
            <p:spPr>
              <a:xfrm>
                <a:off x="-5188424" y="0"/>
                <a:ext cx="11054687" cy="68580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3" name="TextBox 42"/>
            <p:cNvSpPr txBox="1"/>
            <p:nvPr/>
          </p:nvSpPr>
          <p:spPr>
            <a:xfrm>
              <a:off x="3698825" y="717858"/>
              <a:ext cx="67650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 smtClean="0">
                  <a:latin typeface="Algerian" panose="04020705040A02060702" pitchFamily="82" charset="0"/>
                </a:rPr>
                <a:t>CHALLENGES &amp; INSPIRATION</a:t>
              </a:r>
              <a:endParaRPr lang="en-US" sz="3600" dirty="0">
                <a:latin typeface="Algerian" panose="04020705040A02060702" pitchFamily="82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277738" y="2513716"/>
              <a:ext cx="754649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u="sng" dirty="0" smtClean="0">
                  <a:latin typeface="Bookman Old Style" panose="02050604050505020204" pitchFamily="18" charset="0"/>
                </a:rPr>
                <a:t>CHALLENGES:</a:t>
              </a:r>
              <a:r>
                <a:rPr lang="en-US" sz="2400" dirty="0" smtClean="0">
                  <a:latin typeface="Bookman Old Style" panose="02050604050505020204" pitchFamily="18" charset="0"/>
                </a:rPr>
                <a:t> OVERTHINKING &amp; PUBLIC SPEAKING</a:t>
              </a:r>
              <a:endParaRPr lang="en-US" sz="2400" dirty="0">
                <a:latin typeface="Bookman Old Style" panose="02050604050505020204" pitchFamily="18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282285" y="3886945"/>
              <a:ext cx="678066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u="sng" dirty="0" smtClean="0">
                  <a:latin typeface="Bookman Old Style" panose="02050604050505020204" pitchFamily="18" charset="0"/>
                </a:rPr>
                <a:t>SPECIAL:</a:t>
              </a:r>
              <a:r>
                <a:rPr lang="en-US" sz="2400" dirty="0" smtClean="0">
                  <a:latin typeface="Bookman Old Style" panose="02050604050505020204" pitchFamily="18" charset="0"/>
                </a:rPr>
                <a:t> NEVER GIVE UP EASILY, STAY MOTIVATED</a:t>
              </a:r>
              <a:endParaRPr lang="en-US" sz="2400" dirty="0">
                <a:latin typeface="Bookman Old Style" panose="02050604050505020204" pitchFamily="18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312283" y="5043776"/>
              <a:ext cx="639739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u="sng" dirty="0" smtClean="0">
                  <a:latin typeface="Bookman Old Style" panose="02050604050505020204" pitchFamily="18" charset="0"/>
                </a:rPr>
                <a:t>INSPIRATION:</a:t>
              </a:r>
              <a:r>
                <a:rPr lang="en-US" sz="2400" dirty="0" smtClean="0">
                  <a:latin typeface="Bookman Old Style" panose="02050604050505020204" pitchFamily="18" charset="0"/>
                </a:rPr>
                <a:t>  HAZRAT UMER (RA) INSPIRES ME TO STAY STRONG, SPEAK WITH CONFIDENCE.</a:t>
              </a:r>
              <a:endParaRPr lang="en-US" sz="2400" dirty="0">
                <a:latin typeface="Bookman Old Style" panose="02050604050505020204" pitchFamily="18" charset="0"/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-7787036" y="0"/>
            <a:ext cx="11826644" cy="6858000"/>
            <a:chOff x="-7682" y="0"/>
            <a:chExt cx="11826644" cy="6858000"/>
          </a:xfrm>
        </p:grpSpPr>
        <p:grpSp>
          <p:nvGrpSpPr>
            <p:cNvPr id="33" name="Group 32"/>
            <p:cNvGrpSpPr/>
            <p:nvPr/>
          </p:nvGrpSpPr>
          <p:grpSpPr>
            <a:xfrm>
              <a:off x="-7682" y="0"/>
              <a:ext cx="11826644" cy="6858000"/>
              <a:chOff x="-3786975" y="0"/>
              <a:chExt cx="11826644" cy="6858000"/>
            </a:xfrm>
            <a:effectLst>
              <a:outerShdw blurRad="254000" dist="88900" algn="l" rotWithShape="0">
                <a:prstClr val="black">
                  <a:alpha val="51000"/>
                </a:prstClr>
              </a:outerShdw>
            </a:effectLst>
          </p:grpSpPr>
          <p:sp>
            <p:nvSpPr>
              <p:cNvPr id="6" name="Rectangle 5"/>
              <p:cNvSpPr/>
              <p:nvPr/>
            </p:nvSpPr>
            <p:spPr>
              <a:xfrm>
                <a:off x="-3786975" y="0"/>
                <a:ext cx="11054687" cy="68580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8" name="Group 7"/>
              <p:cNvGrpSpPr/>
              <p:nvPr/>
            </p:nvGrpSpPr>
            <p:grpSpPr>
              <a:xfrm>
                <a:off x="7275394" y="1924799"/>
                <a:ext cx="764275" cy="1135081"/>
                <a:chOff x="11054687" y="2296236"/>
                <a:chExt cx="764275" cy="1135081"/>
              </a:xfrm>
              <a:solidFill>
                <a:schemeClr val="accent2">
                  <a:lumMod val="40000"/>
                  <a:lumOff val="60000"/>
                </a:schemeClr>
              </a:solidFill>
            </p:grpSpPr>
            <p:sp>
              <p:nvSpPr>
                <p:cNvPr id="9" name="Rectangle 8"/>
                <p:cNvSpPr/>
                <p:nvPr/>
              </p:nvSpPr>
              <p:spPr>
                <a:xfrm>
                  <a:off x="11054687" y="2296236"/>
                  <a:ext cx="764275" cy="1132764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TextBox 9"/>
                <p:cNvSpPr txBox="1"/>
                <p:nvPr/>
              </p:nvSpPr>
              <p:spPr>
                <a:xfrm>
                  <a:off x="11054687" y="2415654"/>
                  <a:ext cx="723331" cy="1015663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6000" dirty="0">
                      <a:latin typeface="Algerian" panose="04020705040A02060702" pitchFamily="82" charset="0"/>
                    </a:rPr>
                    <a:t>B</a:t>
                  </a:r>
                  <a:endParaRPr lang="en-US" dirty="0">
                    <a:latin typeface="Algerian" panose="04020705040A02060702" pitchFamily="82" charset="0"/>
                  </a:endParaRPr>
                </a:p>
              </p:txBody>
            </p:sp>
          </p:grpSp>
        </p:grpSp>
        <p:sp>
          <p:nvSpPr>
            <p:cNvPr id="22" name="TextBox 21"/>
            <p:cNvSpPr txBox="1"/>
            <p:nvPr/>
          </p:nvSpPr>
          <p:spPr>
            <a:xfrm>
              <a:off x="5486400" y="408129"/>
              <a:ext cx="477671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 smtClean="0">
                  <a:latin typeface="Algerian" panose="04020705040A02060702" pitchFamily="82" charset="0"/>
                </a:rPr>
                <a:t>GOALS, HOBBIES &amp; PERSONALITY</a:t>
              </a:r>
              <a:endParaRPr lang="en-US" sz="3600" dirty="0">
                <a:latin typeface="Algerian" panose="04020705040A02060702" pitchFamily="82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960961" y="2406472"/>
              <a:ext cx="530215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u="sng" dirty="0" smtClean="0">
                  <a:latin typeface="Bookman Old Style" panose="02050604050505020204" pitchFamily="18" charset="0"/>
                </a:rPr>
                <a:t>GOAL:</a:t>
              </a:r>
              <a:r>
                <a:rPr lang="en-US" sz="2400" dirty="0" smtClean="0">
                  <a:latin typeface="Bookman Old Style" panose="02050604050505020204" pitchFamily="18" charset="0"/>
                </a:rPr>
                <a:t> BECOME A SOFTWARE ENGINEER</a:t>
              </a:r>
              <a:endParaRPr lang="en-US" sz="2400" dirty="0">
                <a:latin typeface="Bookman Old Style" panose="02050604050505020204" pitchFamily="18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716437" y="3798079"/>
              <a:ext cx="64280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u="sng" dirty="0" smtClean="0">
                  <a:latin typeface="Bookman Old Style" panose="02050604050505020204" pitchFamily="18" charset="0"/>
                </a:rPr>
                <a:t>HOBBIES</a:t>
              </a:r>
              <a:r>
                <a:rPr lang="en-US" sz="2000" dirty="0" smtClean="0">
                  <a:latin typeface="Bookman Old Style" panose="02050604050505020204" pitchFamily="18" charset="0"/>
                </a:rPr>
                <a:t>: READING, LISTENING MUSIC</a:t>
              </a:r>
              <a:endParaRPr lang="en-US" sz="2000" dirty="0">
                <a:latin typeface="Bookman Old Style" panose="02050604050505020204" pitchFamily="18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513994" y="4790826"/>
              <a:ext cx="593677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u="sng" dirty="0" smtClean="0">
                  <a:latin typeface="Bookman Old Style" panose="02050604050505020204" pitchFamily="18" charset="0"/>
                </a:rPr>
                <a:t>TRAITS:</a:t>
              </a:r>
              <a:r>
                <a:rPr lang="en-US" sz="2400" dirty="0" smtClean="0">
                  <a:latin typeface="Bookman Old Style" panose="02050604050505020204" pitchFamily="18" charset="0"/>
                </a:rPr>
                <a:t> RESPONSIBLE, FOCUSED, DEDICATED, MOTIVATED, ALWAYS WILLING TO LEARN.</a:t>
              </a:r>
              <a:endParaRPr lang="en-US" sz="2400" dirty="0">
                <a:latin typeface="Bookman Old Style" panose="02050604050505020204" pitchFamily="18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-9616768" y="0"/>
            <a:ext cx="11768920" cy="6858000"/>
            <a:chOff x="346880" y="0"/>
            <a:chExt cx="11768920" cy="6858000"/>
          </a:xfrm>
        </p:grpSpPr>
        <p:grpSp>
          <p:nvGrpSpPr>
            <p:cNvPr id="34" name="Group 33"/>
            <p:cNvGrpSpPr/>
            <p:nvPr/>
          </p:nvGrpSpPr>
          <p:grpSpPr>
            <a:xfrm>
              <a:off x="346880" y="0"/>
              <a:ext cx="11768920" cy="6858000"/>
              <a:chOff x="-2320120" y="0"/>
              <a:chExt cx="11768920" cy="6858000"/>
            </a:xfrm>
            <a:effectLst>
              <a:outerShdw blurRad="254000" dist="88900" algn="l" rotWithShape="0">
                <a:prstClr val="black">
                  <a:alpha val="51000"/>
                </a:prstClr>
              </a:outerShdw>
            </a:effectLst>
          </p:grpSpPr>
          <p:sp>
            <p:nvSpPr>
              <p:cNvPr id="3" name="Rectangle 2"/>
              <p:cNvSpPr/>
              <p:nvPr/>
            </p:nvSpPr>
            <p:spPr>
              <a:xfrm>
                <a:off x="-2320120" y="0"/>
                <a:ext cx="11054687" cy="6858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" name="Group 6"/>
              <p:cNvGrpSpPr/>
              <p:nvPr/>
            </p:nvGrpSpPr>
            <p:grpSpPr>
              <a:xfrm>
                <a:off x="8684525" y="2664684"/>
                <a:ext cx="764275" cy="1135081"/>
                <a:chOff x="11054687" y="2296236"/>
                <a:chExt cx="764275" cy="1135081"/>
              </a:xfrm>
            </p:grpSpPr>
            <p:sp>
              <p:nvSpPr>
                <p:cNvPr id="4" name="Rectangle 3"/>
                <p:cNvSpPr/>
                <p:nvPr/>
              </p:nvSpPr>
              <p:spPr>
                <a:xfrm>
                  <a:off x="11054687" y="2296236"/>
                  <a:ext cx="764275" cy="1132764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" name="TextBox 4"/>
                <p:cNvSpPr txBox="1"/>
                <p:nvPr/>
              </p:nvSpPr>
              <p:spPr>
                <a:xfrm>
                  <a:off x="11054687" y="2415654"/>
                  <a:ext cx="723331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6000" dirty="0" smtClean="0">
                      <a:latin typeface="Algerian" panose="04020705040A02060702" pitchFamily="82" charset="0"/>
                    </a:rPr>
                    <a:t>A</a:t>
                  </a:r>
                  <a:endParaRPr lang="en-US" dirty="0">
                    <a:latin typeface="Algerian" panose="04020705040A02060702" pitchFamily="82" charset="0"/>
                  </a:endParaRPr>
                </a:p>
              </p:txBody>
            </p:sp>
          </p:grpSp>
        </p:grpSp>
        <p:sp>
          <p:nvSpPr>
            <p:cNvPr id="2" name="TextBox 1"/>
            <p:cNvSpPr txBox="1"/>
            <p:nvPr/>
          </p:nvSpPr>
          <p:spPr>
            <a:xfrm>
              <a:off x="6567985" y="793088"/>
              <a:ext cx="425469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dirty="0" smtClean="0">
                  <a:latin typeface="Algerian" panose="04020705040A02060702" pitchFamily="82" charset="0"/>
                </a:rPr>
                <a:t>INTRODUCTION</a:t>
              </a:r>
              <a:endParaRPr lang="en-US" sz="4800" dirty="0">
                <a:latin typeface="Algerian" panose="04020705040A02060702" pitchFamily="82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567984" y="2224585"/>
              <a:ext cx="4513997" cy="30469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u="sng" dirty="0" smtClean="0">
                  <a:latin typeface="Bookman Old Style" panose="02050604050505020204" pitchFamily="18" charset="0"/>
                </a:rPr>
                <a:t>NAME:</a:t>
              </a:r>
              <a:r>
                <a:rPr lang="en-US" sz="2400" dirty="0" smtClean="0">
                  <a:latin typeface="Bookman Old Style" panose="02050604050505020204" pitchFamily="18" charset="0"/>
                </a:rPr>
                <a:t>       QUBA ADNAN</a:t>
              </a:r>
            </a:p>
            <a:p>
              <a:endParaRPr lang="en-US" sz="2400" dirty="0">
                <a:latin typeface="Bookman Old Style" panose="02050604050505020204" pitchFamily="18" charset="0"/>
              </a:endParaRPr>
            </a:p>
            <a:p>
              <a:r>
                <a:rPr lang="en-US" sz="2400" b="1" i="1" u="sng" dirty="0">
                  <a:latin typeface="Bookman Old Style" panose="02050604050505020204" pitchFamily="18" charset="0"/>
                </a:rPr>
                <a:t>AGE:</a:t>
              </a:r>
              <a:r>
                <a:rPr lang="en-US" sz="2400" b="1" i="1" dirty="0">
                  <a:latin typeface="Bookman Old Style" panose="02050604050505020204" pitchFamily="18" charset="0"/>
                </a:rPr>
                <a:t>      </a:t>
              </a:r>
              <a:r>
                <a:rPr lang="en-US" sz="2400" b="1" i="1" dirty="0" smtClean="0">
                  <a:latin typeface="Bookman Old Style" panose="02050604050505020204" pitchFamily="18" charset="0"/>
                </a:rPr>
                <a:t>  </a:t>
              </a:r>
              <a:r>
                <a:rPr lang="en-US" sz="2400" dirty="0" smtClean="0">
                  <a:latin typeface="Bookman Old Style" panose="02050604050505020204" pitchFamily="18" charset="0"/>
                </a:rPr>
                <a:t>17 YEARS OLD </a:t>
              </a:r>
            </a:p>
            <a:p>
              <a:endParaRPr lang="en-US" sz="2400" dirty="0">
                <a:latin typeface="Bookman Old Style" panose="02050604050505020204" pitchFamily="18" charset="0"/>
              </a:endParaRPr>
            </a:p>
            <a:p>
              <a:r>
                <a:rPr lang="en-US" sz="2400" b="1" i="1" u="sng" dirty="0">
                  <a:latin typeface="Bookman Old Style" panose="02050604050505020204" pitchFamily="18" charset="0"/>
                </a:rPr>
                <a:t>LOCATION:   </a:t>
              </a:r>
              <a:r>
                <a:rPr lang="en-US" sz="2400" dirty="0" smtClean="0">
                  <a:latin typeface="Bookman Old Style" panose="02050604050505020204" pitchFamily="18" charset="0"/>
                </a:rPr>
                <a:t>MOOSA LANE </a:t>
              </a:r>
            </a:p>
            <a:p>
              <a:endParaRPr lang="en-US" sz="2400" dirty="0">
                <a:latin typeface="Bookman Old Style" panose="02050604050505020204" pitchFamily="18" charset="0"/>
              </a:endParaRPr>
            </a:p>
            <a:p>
              <a:r>
                <a:rPr lang="en-US" sz="2400" b="1" i="1" u="sng" dirty="0">
                  <a:latin typeface="Bookman Old Style" panose="02050604050505020204" pitchFamily="18" charset="0"/>
                </a:rPr>
                <a:t>EDUCATION:  </a:t>
              </a:r>
              <a:r>
                <a:rPr lang="en-US" sz="2400" dirty="0" smtClean="0">
                  <a:latin typeface="Bookman Old Style" panose="02050604050505020204" pitchFamily="18" charset="0"/>
                </a:rPr>
                <a:t>COMPLETED 12</a:t>
              </a:r>
              <a:r>
                <a:rPr lang="en-US" sz="2400" baseline="30000" dirty="0" smtClean="0">
                  <a:latin typeface="Bookman Old Style" panose="02050604050505020204" pitchFamily="18" charset="0"/>
                </a:rPr>
                <a:t>TH</a:t>
              </a:r>
              <a:r>
                <a:rPr lang="en-US" sz="2400" dirty="0" smtClean="0">
                  <a:latin typeface="Bookman Old Style" panose="02050604050505020204" pitchFamily="18" charset="0"/>
                </a:rPr>
                <a:t> GRADE</a:t>
              </a:r>
              <a:endParaRPr lang="en-US" sz="2400" dirty="0">
                <a:latin typeface="Bookman Old Style" panose="02050604050505020204" pitchFamily="18" charset="0"/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-293559" y="27083"/>
            <a:ext cx="11818962" cy="6858000"/>
            <a:chOff x="-6732895" y="0"/>
            <a:chExt cx="11818962" cy="6858000"/>
          </a:xfrm>
          <a:effectLst>
            <a:outerShdw blurRad="254000" dist="88900" algn="l" rotWithShape="0">
              <a:prstClr val="black">
                <a:alpha val="51000"/>
              </a:prstClr>
            </a:outerShdw>
          </a:effectLst>
        </p:grpSpPr>
        <p:sp>
          <p:nvSpPr>
            <p:cNvPr id="17" name="Rectangle 16"/>
            <p:cNvSpPr/>
            <p:nvPr/>
          </p:nvSpPr>
          <p:spPr>
            <a:xfrm>
              <a:off x="-6732895" y="0"/>
              <a:ext cx="11054687" cy="6858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/>
            <p:cNvGrpSpPr/>
            <p:nvPr/>
          </p:nvGrpSpPr>
          <p:grpSpPr>
            <a:xfrm>
              <a:off x="4321792" y="793088"/>
              <a:ext cx="764275" cy="1135081"/>
              <a:chOff x="11054687" y="2296236"/>
              <a:chExt cx="764275" cy="1135081"/>
            </a:xfrm>
            <a:solidFill>
              <a:schemeClr val="accent4">
                <a:lumMod val="20000"/>
                <a:lumOff val="80000"/>
              </a:schemeClr>
            </a:solidFill>
          </p:grpSpPr>
          <p:sp>
            <p:nvSpPr>
              <p:cNvPr id="19" name="Rectangle 18"/>
              <p:cNvSpPr/>
              <p:nvPr/>
            </p:nvSpPr>
            <p:spPr>
              <a:xfrm>
                <a:off x="11054687" y="2296236"/>
                <a:ext cx="764275" cy="11327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11054687" y="2415654"/>
                <a:ext cx="723331" cy="1015663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sz="6000" dirty="0">
                    <a:latin typeface="Algerian" panose="04020705040A02060702" pitchFamily="82" charset="0"/>
                  </a:rPr>
                  <a:t>D</a:t>
                </a:r>
                <a:endParaRPr lang="en-US" dirty="0">
                  <a:latin typeface="Algerian" panose="04020705040A02060702" pitchFamily="82" charset="0"/>
                </a:endParaRPr>
              </a:p>
            </p:txBody>
          </p:sp>
        </p:grpSp>
      </p:grpSp>
      <p:grpSp>
        <p:nvGrpSpPr>
          <p:cNvPr id="30" name="Group 29"/>
          <p:cNvGrpSpPr/>
          <p:nvPr/>
        </p:nvGrpSpPr>
        <p:grpSpPr>
          <a:xfrm>
            <a:off x="-9937847" y="0"/>
            <a:ext cx="11793941" cy="6858000"/>
            <a:chOff x="-8129518" y="0"/>
            <a:chExt cx="11793941" cy="6858000"/>
          </a:xfrm>
          <a:effectLst>
            <a:outerShdw blurRad="254000" dist="88900" algn="l" rotWithShape="0">
              <a:prstClr val="black">
                <a:alpha val="51000"/>
              </a:prstClr>
            </a:outerShdw>
          </a:effectLst>
        </p:grpSpPr>
        <p:sp>
          <p:nvSpPr>
            <p:cNvPr id="25" name="Rectangle 24"/>
            <p:cNvSpPr/>
            <p:nvPr/>
          </p:nvSpPr>
          <p:spPr>
            <a:xfrm>
              <a:off x="-8129518" y="0"/>
              <a:ext cx="11054687" cy="6858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6" name="Group 25"/>
            <p:cNvGrpSpPr/>
            <p:nvPr/>
          </p:nvGrpSpPr>
          <p:grpSpPr>
            <a:xfrm>
              <a:off x="2900148" y="288711"/>
              <a:ext cx="764275" cy="1135081"/>
              <a:chOff x="11054687" y="2296236"/>
              <a:chExt cx="764275" cy="1135081"/>
            </a:xfrm>
            <a:solidFill>
              <a:schemeClr val="accent4">
                <a:lumMod val="40000"/>
                <a:lumOff val="60000"/>
              </a:schemeClr>
            </a:solidFill>
          </p:grpSpPr>
          <p:sp>
            <p:nvSpPr>
              <p:cNvPr id="27" name="Rectangle 26"/>
              <p:cNvSpPr/>
              <p:nvPr/>
            </p:nvSpPr>
            <p:spPr>
              <a:xfrm>
                <a:off x="11054687" y="2296236"/>
                <a:ext cx="764275" cy="11327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11054687" y="2415654"/>
                <a:ext cx="723331" cy="1015663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sz="6000" dirty="0">
                    <a:latin typeface="Algerian" panose="04020705040A02060702" pitchFamily="82" charset="0"/>
                  </a:rPr>
                  <a:t>E</a:t>
                </a:r>
                <a:endParaRPr lang="en-US" dirty="0">
                  <a:latin typeface="Algerian" panose="04020705040A02060702" pitchFamily="82" charset="0"/>
                </a:endParaRPr>
              </a:p>
            </p:txBody>
          </p:sp>
        </p:grpSp>
      </p:grpSp>
      <p:sp>
        <p:nvSpPr>
          <p:cNvPr id="35" name="TextBox 34"/>
          <p:cNvSpPr txBox="1"/>
          <p:nvPr/>
        </p:nvSpPr>
        <p:spPr>
          <a:xfrm>
            <a:off x="2483762" y="545910"/>
            <a:ext cx="73699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 smtClean="0">
                <a:latin typeface="Algerian" panose="04020705040A02060702" pitchFamily="82" charset="0"/>
              </a:rPr>
              <a:t>MY ACHIEVEMENT</a:t>
            </a:r>
            <a:endParaRPr lang="en-US" sz="5400" dirty="0">
              <a:latin typeface="Algerian" panose="04020705040A02060702" pitchFamily="82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978925" y="2224585"/>
            <a:ext cx="78338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u="sng" dirty="0" smtClean="0">
                <a:latin typeface="Bookman Old Style" panose="02050604050505020204" pitchFamily="18" charset="0"/>
              </a:rPr>
              <a:t>PERSONAL ACHIEVEMENT:</a:t>
            </a:r>
            <a:r>
              <a:rPr lang="en-US" sz="2400" dirty="0" smtClean="0">
                <a:latin typeface="Bookman Old Style" panose="02050604050505020204" pitchFamily="18" charset="0"/>
              </a:rPr>
              <a:t>  BUILT CONSITENCY IN STUDIES AND IMPROVED TIME MANAGEMENT </a:t>
            </a:r>
            <a:r>
              <a:rPr lang="en-US" sz="2400" dirty="0">
                <a:latin typeface="Bookman Old Style" panose="02050604050505020204" pitchFamily="18" charset="0"/>
              </a:rPr>
              <a:t>.</a:t>
            </a:r>
            <a:endParaRPr lang="en-US" sz="2400" dirty="0" smtClean="0">
              <a:latin typeface="Bookman Old Style" panose="020506040505050202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018288" y="3927204"/>
            <a:ext cx="75104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u="sng" dirty="0" smtClean="0">
                <a:latin typeface="Bookman Old Style" panose="02050604050505020204" pitchFamily="18" charset="0"/>
              </a:rPr>
              <a:t>SKILLS LEARNED IN COURSE:</a:t>
            </a:r>
            <a:r>
              <a:rPr lang="en-US" sz="2400" dirty="0" smtClean="0">
                <a:latin typeface="Bookman Old Style" panose="02050604050505020204" pitchFamily="18" charset="0"/>
              </a:rPr>
              <a:t>  LEARNED TO MS OFFICE WELL AND UNDERSTOOD NETWORKING CONCEPT.</a:t>
            </a:r>
            <a:endParaRPr lang="en-US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1088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/>
          <p:cNvGrpSpPr/>
          <p:nvPr/>
        </p:nvGrpSpPr>
        <p:grpSpPr>
          <a:xfrm>
            <a:off x="-6792036" y="27083"/>
            <a:ext cx="11818962" cy="6858000"/>
            <a:chOff x="-751340" y="0"/>
            <a:chExt cx="11818962" cy="6858000"/>
          </a:xfrm>
        </p:grpSpPr>
        <p:grpSp>
          <p:nvGrpSpPr>
            <p:cNvPr id="32" name="Group 31"/>
            <p:cNvGrpSpPr/>
            <p:nvPr/>
          </p:nvGrpSpPr>
          <p:grpSpPr>
            <a:xfrm>
              <a:off x="-751340" y="0"/>
              <a:ext cx="11818962" cy="6858000"/>
              <a:chOff x="-5188424" y="0"/>
              <a:chExt cx="11818962" cy="6858000"/>
            </a:xfrm>
            <a:effectLst>
              <a:outerShdw blurRad="254000" dist="88900" algn="l" rotWithShape="0">
                <a:prstClr val="black">
                  <a:alpha val="51000"/>
                </a:prstClr>
              </a:outerShdw>
            </a:effectLst>
          </p:grpSpPr>
          <p:grpSp>
            <p:nvGrpSpPr>
              <p:cNvPr id="13" name="Group 12"/>
              <p:cNvGrpSpPr/>
              <p:nvPr/>
            </p:nvGrpSpPr>
            <p:grpSpPr>
              <a:xfrm>
                <a:off x="5866263" y="1273708"/>
                <a:ext cx="764275" cy="1135081"/>
                <a:chOff x="11054687" y="2296236"/>
                <a:chExt cx="764275" cy="1135081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14" name="Rectangle 13"/>
                <p:cNvSpPr/>
                <p:nvPr/>
              </p:nvSpPr>
              <p:spPr>
                <a:xfrm>
                  <a:off x="11054687" y="2296236"/>
                  <a:ext cx="764275" cy="1132764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TextBox 14"/>
                <p:cNvSpPr txBox="1"/>
                <p:nvPr/>
              </p:nvSpPr>
              <p:spPr>
                <a:xfrm>
                  <a:off x="11054687" y="2415654"/>
                  <a:ext cx="723331" cy="1015663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6000" dirty="0" smtClean="0">
                      <a:latin typeface="Algerian" panose="04020705040A02060702" pitchFamily="82" charset="0"/>
                    </a:rPr>
                    <a:t>C</a:t>
                  </a:r>
                  <a:endParaRPr lang="en-US" dirty="0">
                    <a:latin typeface="Algerian" panose="04020705040A02060702" pitchFamily="82" charset="0"/>
                  </a:endParaRPr>
                </a:p>
              </p:txBody>
            </p:sp>
          </p:grpSp>
          <p:sp>
            <p:nvSpPr>
              <p:cNvPr id="16" name="Rectangle 15"/>
              <p:cNvSpPr/>
              <p:nvPr/>
            </p:nvSpPr>
            <p:spPr>
              <a:xfrm>
                <a:off x="-5188424" y="0"/>
                <a:ext cx="11054687" cy="68580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3" name="TextBox 42"/>
            <p:cNvSpPr txBox="1"/>
            <p:nvPr/>
          </p:nvSpPr>
          <p:spPr>
            <a:xfrm>
              <a:off x="3698825" y="717858"/>
              <a:ext cx="67650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 smtClean="0">
                  <a:latin typeface="Algerian" panose="04020705040A02060702" pitchFamily="82" charset="0"/>
                </a:rPr>
                <a:t>CHALLENGES &amp; INSPIRATION</a:t>
              </a:r>
              <a:endParaRPr lang="en-US" sz="3600" dirty="0">
                <a:latin typeface="Algerian" panose="04020705040A02060702" pitchFamily="82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277738" y="2513716"/>
              <a:ext cx="754649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u="sng" dirty="0" smtClean="0">
                  <a:latin typeface="Bookman Old Style" panose="02050604050505020204" pitchFamily="18" charset="0"/>
                </a:rPr>
                <a:t>CHALLENGES:</a:t>
              </a:r>
              <a:r>
                <a:rPr lang="en-US" sz="2400" dirty="0" smtClean="0">
                  <a:latin typeface="Bookman Old Style" panose="02050604050505020204" pitchFamily="18" charset="0"/>
                </a:rPr>
                <a:t> OVERTHINKING &amp; PUBLIC SPEAKING</a:t>
              </a:r>
              <a:endParaRPr lang="en-US" sz="2400" dirty="0">
                <a:latin typeface="Bookman Old Style" panose="02050604050505020204" pitchFamily="18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282285" y="3886945"/>
              <a:ext cx="678066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u="sng" dirty="0" smtClean="0">
                  <a:latin typeface="Bookman Old Style" panose="02050604050505020204" pitchFamily="18" charset="0"/>
                </a:rPr>
                <a:t>SPECIAL:</a:t>
              </a:r>
              <a:r>
                <a:rPr lang="en-US" sz="2400" dirty="0" smtClean="0">
                  <a:latin typeface="Bookman Old Style" panose="02050604050505020204" pitchFamily="18" charset="0"/>
                </a:rPr>
                <a:t> NEVER GIVE UP EASILY, STAY MOTIVATED</a:t>
              </a:r>
              <a:endParaRPr lang="en-US" sz="2400" dirty="0">
                <a:latin typeface="Bookman Old Style" panose="02050604050505020204" pitchFamily="18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312283" y="5043776"/>
              <a:ext cx="639739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u="sng" dirty="0" smtClean="0">
                  <a:latin typeface="Bookman Old Style" panose="02050604050505020204" pitchFamily="18" charset="0"/>
                </a:rPr>
                <a:t>INSPIRATION:</a:t>
              </a:r>
              <a:r>
                <a:rPr lang="en-US" sz="2400" dirty="0" smtClean="0">
                  <a:latin typeface="Bookman Old Style" panose="02050604050505020204" pitchFamily="18" charset="0"/>
                </a:rPr>
                <a:t>  HAZRAT UMER (RA) INSPIRES ME TO STAY STRONG, SPEAK WITH CONFIDENCE.</a:t>
              </a:r>
              <a:endParaRPr lang="en-US" sz="2400" dirty="0">
                <a:latin typeface="Bookman Old Style" panose="02050604050505020204" pitchFamily="18" charset="0"/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-7787036" y="0"/>
            <a:ext cx="11826644" cy="6858000"/>
            <a:chOff x="-7682" y="0"/>
            <a:chExt cx="11826644" cy="6858000"/>
          </a:xfrm>
        </p:grpSpPr>
        <p:grpSp>
          <p:nvGrpSpPr>
            <p:cNvPr id="33" name="Group 32"/>
            <p:cNvGrpSpPr/>
            <p:nvPr/>
          </p:nvGrpSpPr>
          <p:grpSpPr>
            <a:xfrm>
              <a:off x="-7682" y="0"/>
              <a:ext cx="11826644" cy="6858000"/>
              <a:chOff x="-3786975" y="0"/>
              <a:chExt cx="11826644" cy="6858000"/>
            </a:xfrm>
            <a:effectLst>
              <a:outerShdw blurRad="254000" dist="88900" algn="l" rotWithShape="0">
                <a:prstClr val="black">
                  <a:alpha val="51000"/>
                </a:prstClr>
              </a:outerShdw>
            </a:effectLst>
          </p:grpSpPr>
          <p:sp>
            <p:nvSpPr>
              <p:cNvPr id="6" name="Rectangle 5"/>
              <p:cNvSpPr/>
              <p:nvPr/>
            </p:nvSpPr>
            <p:spPr>
              <a:xfrm>
                <a:off x="-3786975" y="0"/>
                <a:ext cx="11054687" cy="68580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8" name="Group 7"/>
              <p:cNvGrpSpPr/>
              <p:nvPr/>
            </p:nvGrpSpPr>
            <p:grpSpPr>
              <a:xfrm>
                <a:off x="7275394" y="1924799"/>
                <a:ext cx="764275" cy="1135081"/>
                <a:chOff x="11054687" y="2296236"/>
                <a:chExt cx="764275" cy="1135081"/>
              </a:xfrm>
              <a:solidFill>
                <a:schemeClr val="accent2">
                  <a:lumMod val="40000"/>
                  <a:lumOff val="60000"/>
                </a:schemeClr>
              </a:solidFill>
            </p:grpSpPr>
            <p:sp>
              <p:nvSpPr>
                <p:cNvPr id="9" name="Rectangle 8"/>
                <p:cNvSpPr/>
                <p:nvPr/>
              </p:nvSpPr>
              <p:spPr>
                <a:xfrm>
                  <a:off x="11054687" y="2296236"/>
                  <a:ext cx="764275" cy="1132764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TextBox 9"/>
                <p:cNvSpPr txBox="1"/>
                <p:nvPr/>
              </p:nvSpPr>
              <p:spPr>
                <a:xfrm>
                  <a:off x="11054687" y="2415654"/>
                  <a:ext cx="723331" cy="1015663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6000" dirty="0">
                      <a:latin typeface="Algerian" panose="04020705040A02060702" pitchFamily="82" charset="0"/>
                    </a:rPr>
                    <a:t>B</a:t>
                  </a:r>
                  <a:endParaRPr lang="en-US" dirty="0">
                    <a:latin typeface="Algerian" panose="04020705040A02060702" pitchFamily="82" charset="0"/>
                  </a:endParaRPr>
                </a:p>
              </p:txBody>
            </p:sp>
          </p:grpSp>
        </p:grpSp>
        <p:sp>
          <p:nvSpPr>
            <p:cNvPr id="22" name="TextBox 21"/>
            <p:cNvSpPr txBox="1"/>
            <p:nvPr/>
          </p:nvSpPr>
          <p:spPr>
            <a:xfrm>
              <a:off x="5486400" y="408129"/>
              <a:ext cx="477671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 smtClean="0">
                  <a:latin typeface="Algerian" panose="04020705040A02060702" pitchFamily="82" charset="0"/>
                </a:rPr>
                <a:t>GOALS, HOBBIES &amp; PERSONALITY</a:t>
              </a:r>
              <a:endParaRPr lang="en-US" sz="3600" dirty="0">
                <a:latin typeface="Algerian" panose="04020705040A02060702" pitchFamily="82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960961" y="2406472"/>
              <a:ext cx="530215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u="sng" dirty="0" smtClean="0">
                  <a:latin typeface="Bookman Old Style" panose="02050604050505020204" pitchFamily="18" charset="0"/>
                </a:rPr>
                <a:t>GOAL:</a:t>
              </a:r>
              <a:r>
                <a:rPr lang="en-US" sz="2400" dirty="0" smtClean="0">
                  <a:latin typeface="Bookman Old Style" panose="02050604050505020204" pitchFamily="18" charset="0"/>
                </a:rPr>
                <a:t> BECOME A SOFTWARE ENGINEER</a:t>
              </a:r>
              <a:endParaRPr lang="en-US" sz="2400" dirty="0">
                <a:latin typeface="Bookman Old Style" panose="02050604050505020204" pitchFamily="18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716437" y="3798079"/>
              <a:ext cx="64280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u="sng" dirty="0" smtClean="0">
                  <a:latin typeface="Bookman Old Style" panose="02050604050505020204" pitchFamily="18" charset="0"/>
                </a:rPr>
                <a:t>HOBBIES</a:t>
              </a:r>
              <a:r>
                <a:rPr lang="en-US" sz="2000" dirty="0" smtClean="0">
                  <a:latin typeface="Bookman Old Style" panose="02050604050505020204" pitchFamily="18" charset="0"/>
                </a:rPr>
                <a:t>: READING, LISTENING MUSIC</a:t>
              </a:r>
              <a:endParaRPr lang="en-US" sz="2000" dirty="0">
                <a:latin typeface="Bookman Old Style" panose="02050604050505020204" pitchFamily="18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513994" y="4790826"/>
              <a:ext cx="593677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u="sng" dirty="0" smtClean="0">
                  <a:latin typeface="Bookman Old Style" panose="02050604050505020204" pitchFamily="18" charset="0"/>
                </a:rPr>
                <a:t>TRAITS:</a:t>
              </a:r>
              <a:r>
                <a:rPr lang="en-US" sz="2400" dirty="0" smtClean="0">
                  <a:latin typeface="Bookman Old Style" panose="02050604050505020204" pitchFamily="18" charset="0"/>
                </a:rPr>
                <a:t> RESPONSIBLE, FOCUSED, DEDICATED, MOTIVATED, ALWAYS WILLING TO LEARN.</a:t>
              </a:r>
              <a:endParaRPr lang="en-US" sz="2400" dirty="0">
                <a:latin typeface="Bookman Old Style" panose="02050604050505020204" pitchFamily="18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-9616768" y="0"/>
            <a:ext cx="11768920" cy="6858000"/>
            <a:chOff x="346880" y="0"/>
            <a:chExt cx="11768920" cy="6858000"/>
          </a:xfrm>
        </p:grpSpPr>
        <p:grpSp>
          <p:nvGrpSpPr>
            <p:cNvPr id="34" name="Group 33"/>
            <p:cNvGrpSpPr/>
            <p:nvPr/>
          </p:nvGrpSpPr>
          <p:grpSpPr>
            <a:xfrm>
              <a:off x="346880" y="0"/>
              <a:ext cx="11768920" cy="6858000"/>
              <a:chOff x="-2320120" y="0"/>
              <a:chExt cx="11768920" cy="6858000"/>
            </a:xfrm>
            <a:effectLst>
              <a:outerShdw blurRad="254000" dist="88900" algn="l" rotWithShape="0">
                <a:prstClr val="black">
                  <a:alpha val="51000"/>
                </a:prstClr>
              </a:outerShdw>
            </a:effectLst>
          </p:grpSpPr>
          <p:sp>
            <p:nvSpPr>
              <p:cNvPr id="3" name="Rectangle 2"/>
              <p:cNvSpPr/>
              <p:nvPr/>
            </p:nvSpPr>
            <p:spPr>
              <a:xfrm>
                <a:off x="-2320120" y="0"/>
                <a:ext cx="11054687" cy="6858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" name="Group 6"/>
              <p:cNvGrpSpPr/>
              <p:nvPr/>
            </p:nvGrpSpPr>
            <p:grpSpPr>
              <a:xfrm>
                <a:off x="8684525" y="2664684"/>
                <a:ext cx="764275" cy="1135081"/>
                <a:chOff x="11054687" y="2296236"/>
                <a:chExt cx="764275" cy="1135081"/>
              </a:xfrm>
            </p:grpSpPr>
            <p:sp>
              <p:nvSpPr>
                <p:cNvPr id="4" name="Rectangle 3"/>
                <p:cNvSpPr/>
                <p:nvPr/>
              </p:nvSpPr>
              <p:spPr>
                <a:xfrm>
                  <a:off x="11054687" y="2296236"/>
                  <a:ext cx="764275" cy="1132764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" name="TextBox 4"/>
                <p:cNvSpPr txBox="1"/>
                <p:nvPr/>
              </p:nvSpPr>
              <p:spPr>
                <a:xfrm>
                  <a:off x="11054687" y="2415654"/>
                  <a:ext cx="723331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6000" dirty="0" smtClean="0">
                      <a:latin typeface="Algerian" panose="04020705040A02060702" pitchFamily="82" charset="0"/>
                    </a:rPr>
                    <a:t>A</a:t>
                  </a:r>
                  <a:endParaRPr lang="en-US" dirty="0">
                    <a:latin typeface="Algerian" panose="04020705040A02060702" pitchFamily="82" charset="0"/>
                  </a:endParaRPr>
                </a:p>
              </p:txBody>
            </p:sp>
          </p:grpSp>
        </p:grpSp>
        <p:sp>
          <p:nvSpPr>
            <p:cNvPr id="2" name="TextBox 1"/>
            <p:cNvSpPr txBox="1"/>
            <p:nvPr/>
          </p:nvSpPr>
          <p:spPr>
            <a:xfrm>
              <a:off x="6567985" y="793088"/>
              <a:ext cx="425469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dirty="0" smtClean="0">
                  <a:latin typeface="Algerian" panose="04020705040A02060702" pitchFamily="82" charset="0"/>
                </a:rPr>
                <a:t>INTRODUCTION</a:t>
              </a:r>
              <a:endParaRPr lang="en-US" sz="4800" dirty="0">
                <a:latin typeface="Algerian" panose="04020705040A02060702" pitchFamily="82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567984" y="2224585"/>
              <a:ext cx="4513997" cy="30469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u="sng" dirty="0" smtClean="0">
                  <a:latin typeface="Bookman Old Style" panose="02050604050505020204" pitchFamily="18" charset="0"/>
                </a:rPr>
                <a:t>NAME:</a:t>
              </a:r>
              <a:r>
                <a:rPr lang="en-US" sz="2400" dirty="0" smtClean="0">
                  <a:latin typeface="Bookman Old Style" panose="02050604050505020204" pitchFamily="18" charset="0"/>
                </a:rPr>
                <a:t>       QUBA ADNAN</a:t>
              </a:r>
            </a:p>
            <a:p>
              <a:endParaRPr lang="en-US" sz="2400" dirty="0">
                <a:latin typeface="Bookman Old Style" panose="02050604050505020204" pitchFamily="18" charset="0"/>
              </a:endParaRPr>
            </a:p>
            <a:p>
              <a:r>
                <a:rPr lang="en-US" sz="2400" b="1" i="1" u="sng" dirty="0">
                  <a:latin typeface="Bookman Old Style" panose="02050604050505020204" pitchFamily="18" charset="0"/>
                </a:rPr>
                <a:t>AGE:</a:t>
              </a:r>
              <a:r>
                <a:rPr lang="en-US" sz="2400" b="1" i="1" dirty="0">
                  <a:latin typeface="Bookman Old Style" panose="02050604050505020204" pitchFamily="18" charset="0"/>
                </a:rPr>
                <a:t>      </a:t>
              </a:r>
              <a:r>
                <a:rPr lang="en-US" sz="2400" b="1" i="1" dirty="0" smtClean="0">
                  <a:latin typeface="Bookman Old Style" panose="02050604050505020204" pitchFamily="18" charset="0"/>
                </a:rPr>
                <a:t>  </a:t>
              </a:r>
              <a:r>
                <a:rPr lang="en-US" sz="2400" dirty="0" smtClean="0">
                  <a:latin typeface="Bookman Old Style" panose="02050604050505020204" pitchFamily="18" charset="0"/>
                </a:rPr>
                <a:t>17 YEARS OLD </a:t>
              </a:r>
            </a:p>
            <a:p>
              <a:endParaRPr lang="en-US" sz="2400" dirty="0">
                <a:latin typeface="Bookman Old Style" panose="02050604050505020204" pitchFamily="18" charset="0"/>
              </a:endParaRPr>
            </a:p>
            <a:p>
              <a:r>
                <a:rPr lang="en-US" sz="2400" b="1" i="1" u="sng" dirty="0">
                  <a:latin typeface="Bookman Old Style" panose="02050604050505020204" pitchFamily="18" charset="0"/>
                </a:rPr>
                <a:t>LOCATION:   </a:t>
              </a:r>
              <a:r>
                <a:rPr lang="en-US" sz="2400" dirty="0" smtClean="0">
                  <a:latin typeface="Bookman Old Style" panose="02050604050505020204" pitchFamily="18" charset="0"/>
                </a:rPr>
                <a:t>MOOSA LANE </a:t>
              </a:r>
            </a:p>
            <a:p>
              <a:endParaRPr lang="en-US" sz="2400" dirty="0">
                <a:latin typeface="Bookman Old Style" panose="02050604050505020204" pitchFamily="18" charset="0"/>
              </a:endParaRPr>
            </a:p>
            <a:p>
              <a:r>
                <a:rPr lang="en-US" sz="2400" b="1" i="1" u="sng" dirty="0">
                  <a:latin typeface="Bookman Old Style" panose="02050604050505020204" pitchFamily="18" charset="0"/>
                </a:rPr>
                <a:t>EDUCATION:  </a:t>
              </a:r>
              <a:r>
                <a:rPr lang="en-US" sz="2400" dirty="0" smtClean="0">
                  <a:latin typeface="Bookman Old Style" panose="02050604050505020204" pitchFamily="18" charset="0"/>
                </a:rPr>
                <a:t>COMPLETED 12</a:t>
              </a:r>
              <a:r>
                <a:rPr lang="en-US" sz="2400" baseline="30000" dirty="0" smtClean="0">
                  <a:latin typeface="Bookman Old Style" panose="02050604050505020204" pitchFamily="18" charset="0"/>
                </a:rPr>
                <a:t>TH</a:t>
              </a:r>
              <a:r>
                <a:rPr lang="en-US" sz="2400" dirty="0" smtClean="0">
                  <a:latin typeface="Bookman Old Style" panose="02050604050505020204" pitchFamily="18" charset="0"/>
                </a:rPr>
                <a:t> GRADE</a:t>
              </a:r>
              <a:endParaRPr lang="en-US" sz="2400" dirty="0">
                <a:latin typeface="Bookman Old Style" panose="02050604050505020204" pitchFamily="18" charset="0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-8637894" y="54166"/>
            <a:ext cx="11818962" cy="6858000"/>
            <a:chOff x="-293559" y="27083"/>
            <a:chExt cx="11818962" cy="6858000"/>
          </a:xfrm>
        </p:grpSpPr>
        <p:grpSp>
          <p:nvGrpSpPr>
            <p:cNvPr id="31" name="Group 30"/>
            <p:cNvGrpSpPr/>
            <p:nvPr/>
          </p:nvGrpSpPr>
          <p:grpSpPr>
            <a:xfrm>
              <a:off x="-293559" y="27083"/>
              <a:ext cx="11818962" cy="6858000"/>
              <a:chOff x="-6732895" y="0"/>
              <a:chExt cx="11818962" cy="6858000"/>
            </a:xfrm>
            <a:effectLst>
              <a:outerShdw blurRad="254000" dist="88900" algn="l" rotWithShape="0">
                <a:prstClr val="black">
                  <a:alpha val="51000"/>
                </a:prstClr>
              </a:outerShdw>
            </a:effectLst>
          </p:grpSpPr>
          <p:sp>
            <p:nvSpPr>
              <p:cNvPr id="17" name="Rectangle 16"/>
              <p:cNvSpPr/>
              <p:nvPr/>
            </p:nvSpPr>
            <p:spPr>
              <a:xfrm>
                <a:off x="-6732895" y="0"/>
                <a:ext cx="11054687" cy="68580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" name="Group 17"/>
              <p:cNvGrpSpPr/>
              <p:nvPr/>
            </p:nvGrpSpPr>
            <p:grpSpPr>
              <a:xfrm>
                <a:off x="4321792" y="793088"/>
                <a:ext cx="764275" cy="1135081"/>
                <a:chOff x="11054687" y="2296236"/>
                <a:chExt cx="764275" cy="1135081"/>
              </a:xfrm>
              <a:solidFill>
                <a:schemeClr val="accent4">
                  <a:lumMod val="20000"/>
                  <a:lumOff val="80000"/>
                </a:schemeClr>
              </a:solidFill>
            </p:grpSpPr>
            <p:sp>
              <p:nvSpPr>
                <p:cNvPr id="19" name="Rectangle 18"/>
                <p:cNvSpPr/>
                <p:nvPr/>
              </p:nvSpPr>
              <p:spPr>
                <a:xfrm>
                  <a:off x="11054687" y="2296236"/>
                  <a:ext cx="764275" cy="1132764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TextBox 19"/>
                <p:cNvSpPr txBox="1"/>
                <p:nvPr/>
              </p:nvSpPr>
              <p:spPr>
                <a:xfrm>
                  <a:off x="11054687" y="2415654"/>
                  <a:ext cx="723331" cy="1015663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6000" dirty="0">
                      <a:latin typeface="Algerian" panose="04020705040A02060702" pitchFamily="82" charset="0"/>
                    </a:rPr>
                    <a:t>D</a:t>
                  </a:r>
                  <a:endParaRPr lang="en-US" dirty="0">
                    <a:latin typeface="Algerian" panose="04020705040A02060702" pitchFamily="82" charset="0"/>
                  </a:endParaRPr>
                </a:p>
              </p:txBody>
            </p:sp>
          </p:grpSp>
        </p:grpSp>
        <p:sp>
          <p:nvSpPr>
            <p:cNvPr id="35" name="TextBox 34"/>
            <p:cNvSpPr txBox="1"/>
            <p:nvPr/>
          </p:nvSpPr>
          <p:spPr>
            <a:xfrm>
              <a:off x="2483762" y="545910"/>
              <a:ext cx="736992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dirty="0" smtClean="0">
                  <a:latin typeface="Algerian" panose="04020705040A02060702" pitchFamily="82" charset="0"/>
                </a:rPr>
                <a:t>MY ACHIEVEMENT</a:t>
              </a:r>
              <a:endParaRPr lang="en-US" sz="5400" dirty="0">
                <a:latin typeface="Algerian" panose="04020705040A02060702" pitchFamily="82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978925" y="2224585"/>
              <a:ext cx="783381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u="sng" dirty="0" smtClean="0">
                  <a:latin typeface="Bookman Old Style" panose="02050604050505020204" pitchFamily="18" charset="0"/>
                </a:rPr>
                <a:t>PERSONAL ACHIEVEMENT:</a:t>
              </a:r>
              <a:r>
                <a:rPr lang="en-US" sz="2400" dirty="0" smtClean="0">
                  <a:latin typeface="Bookman Old Style" panose="02050604050505020204" pitchFamily="18" charset="0"/>
                </a:rPr>
                <a:t>  BUILT CONSITENCY IN STUDIES AND IMPROVED TIME MANAGEMENT </a:t>
              </a:r>
              <a:r>
                <a:rPr lang="en-US" sz="2400" dirty="0">
                  <a:latin typeface="Bookman Old Style" panose="02050604050505020204" pitchFamily="18" charset="0"/>
                </a:rPr>
                <a:t>.</a:t>
              </a:r>
              <a:endParaRPr lang="en-US" sz="2400" dirty="0" smtClean="0">
                <a:latin typeface="Bookman Old Style" panose="02050604050505020204" pitchFamily="18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018288" y="3927204"/>
              <a:ext cx="751046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u="sng" dirty="0" smtClean="0">
                  <a:latin typeface="Bookman Old Style" panose="02050604050505020204" pitchFamily="18" charset="0"/>
                </a:rPr>
                <a:t>SKILLS LEARNED IN COURSE:</a:t>
              </a:r>
              <a:r>
                <a:rPr lang="en-US" sz="2400" dirty="0" smtClean="0">
                  <a:latin typeface="Bookman Old Style" panose="02050604050505020204" pitchFamily="18" charset="0"/>
                </a:rPr>
                <a:t>  LEARNED TO MS OFFICE WELL AND UNDERSTOOD NETWORKING CONCEPT.</a:t>
              </a:r>
              <a:endParaRPr lang="en-US" sz="2400" dirty="0">
                <a:latin typeface="Bookman Old Style" panose="02050604050505020204" pitchFamily="18" charset="0"/>
              </a:endParaRP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-1996614" y="27083"/>
            <a:ext cx="11793941" cy="6858000"/>
            <a:chOff x="-8129518" y="0"/>
            <a:chExt cx="11793941" cy="6858000"/>
          </a:xfrm>
          <a:effectLst>
            <a:outerShdw blurRad="254000" dist="88900" algn="l" rotWithShape="0">
              <a:prstClr val="black">
                <a:alpha val="51000"/>
              </a:prstClr>
            </a:outerShdw>
          </a:effectLst>
        </p:grpSpPr>
        <p:sp>
          <p:nvSpPr>
            <p:cNvPr id="25" name="Rectangle 24"/>
            <p:cNvSpPr/>
            <p:nvPr/>
          </p:nvSpPr>
          <p:spPr>
            <a:xfrm>
              <a:off x="-8129518" y="0"/>
              <a:ext cx="11054687" cy="6858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6" name="Group 25"/>
            <p:cNvGrpSpPr/>
            <p:nvPr/>
          </p:nvGrpSpPr>
          <p:grpSpPr>
            <a:xfrm>
              <a:off x="2900148" y="288711"/>
              <a:ext cx="764275" cy="1135081"/>
              <a:chOff x="11054687" y="2296236"/>
              <a:chExt cx="764275" cy="1135081"/>
            </a:xfrm>
            <a:solidFill>
              <a:schemeClr val="accent4">
                <a:lumMod val="40000"/>
                <a:lumOff val="60000"/>
              </a:schemeClr>
            </a:solidFill>
          </p:grpSpPr>
          <p:sp>
            <p:nvSpPr>
              <p:cNvPr id="27" name="Rectangle 26"/>
              <p:cNvSpPr/>
              <p:nvPr/>
            </p:nvSpPr>
            <p:spPr>
              <a:xfrm>
                <a:off x="11054687" y="2296236"/>
                <a:ext cx="764275" cy="11327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11054687" y="2415654"/>
                <a:ext cx="723331" cy="1015663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sz="6000" dirty="0">
                    <a:latin typeface="Algerian" panose="04020705040A02060702" pitchFamily="82" charset="0"/>
                  </a:rPr>
                  <a:t>E</a:t>
                </a:r>
                <a:endParaRPr lang="en-US" dirty="0">
                  <a:latin typeface="Algerian" panose="04020705040A02060702" pitchFamily="82" charset="0"/>
                </a:endParaRPr>
              </a:p>
            </p:txBody>
          </p:sp>
        </p:grpSp>
      </p:grpSp>
      <p:sp>
        <p:nvSpPr>
          <p:cNvPr id="39" name="TextBox 38"/>
          <p:cNvSpPr txBox="1"/>
          <p:nvPr/>
        </p:nvSpPr>
        <p:spPr>
          <a:xfrm>
            <a:off x="2378264" y="518421"/>
            <a:ext cx="49120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latin typeface="Algerian" panose="04020705040A02060702" pitchFamily="82" charset="0"/>
              </a:rPr>
              <a:t>QUOTE TO LIVE BY </a:t>
            </a:r>
            <a:endParaRPr lang="en-US" sz="4400" dirty="0">
              <a:latin typeface="Algerian" panose="04020705040A02060702" pitchFamily="82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575652" y="2260051"/>
            <a:ext cx="513527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latin typeface="Bookman Old Style" panose="02050604050505020204" pitchFamily="18" charset="0"/>
              </a:rPr>
              <a:t>SUCCESS DOESN’T COME FROM WHAT YOU DO OCCASONALLY, IT COMES FROM WHAT YOU DO CONSISTENTLY.</a:t>
            </a:r>
            <a:endParaRPr lang="en-US" sz="36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0954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441</Words>
  <Application>Microsoft Office PowerPoint</Application>
  <PresentationFormat>Widescreen</PresentationFormat>
  <Paragraphs>108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Algerian</vt:lpstr>
      <vt:lpstr>Arial</vt:lpstr>
      <vt:lpstr>Bookman Old Style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15</cp:revision>
  <dcterms:created xsi:type="dcterms:W3CDTF">2025-09-26T11:20:53Z</dcterms:created>
  <dcterms:modified xsi:type="dcterms:W3CDTF">2025-09-26T15:20:26Z</dcterms:modified>
</cp:coreProperties>
</file>