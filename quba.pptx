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Palatino" charset="1" panose="02030502050505030304"/>
      <p:regular r:id="rId7"/>
    </p:embeddedFont>
    <p:embeddedFont>
      <p:font typeface="Atkinson Hyperlegible" charset="1" panose="00000000000000000000"/>
      <p:regular r:id="rId8"/>
    </p:embeddedFont>
    <p:embeddedFont>
      <p:font typeface="Atkinson Hyperlegible Bold" charset="1" panose="00000000000000000000"/>
      <p:regular r:id="rId9"/>
    </p:embeddedFont>
    <p:embeddedFont>
      <p:font typeface="Palatino Bold Italics" charset="1" panose="020407020505050A020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53736" y="2500641"/>
            <a:ext cx="6050264" cy="0"/>
          </a:xfrm>
          <a:prstGeom prst="line">
            <a:avLst/>
          </a:prstGeom>
          <a:ln cap="flat" w="9525">
            <a:solidFill>
              <a:srgbClr val="BA4B2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703908" y="5430750"/>
            <a:ext cx="6050264" cy="0"/>
          </a:xfrm>
          <a:prstGeom prst="line">
            <a:avLst/>
          </a:prstGeom>
          <a:ln cap="flat" w="9525">
            <a:solidFill>
              <a:srgbClr val="BA4B2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638087" y="7583068"/>
            <a:ext cx="6050264" cy="0"/>
          </a:xfrm>
          <a:prstGeom prst="line">
            <a:avLst/>
          </a:prstGeom>
          <a:ln cap="flat" w="9525">
            <a:solidFill>
              <a:srgbClr val="BA4B2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53736" y="3768214"/>
            <a:ext cx="6050264" cy="0"/>
          </a:xfrm>
          <a:prstGeom prst="line">
            <a:avLst/>
          </a:prstGeom>
          <a:ln cap="flat" w="9525">
            <a:solidFill>
              <a:srgbClr val="BA4B2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753736" y="622356"/>
            <a:ext cx="3026264" cy="697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10"/>
              </a:lnSpc>
              <a:spcBef>
                <a:spcPct val="0"/>
              </a:spcBef>
            </a:pPr>
            <a:r>
              <a:rPr lang="en-US" sz="3650">
                <a:solidFill>
                  <a:srgbClr val="BA4B2F"/>
                </a:solidFill>
                <a:latin typeface="Palatino"/>
                <a:ea typeface="Palatino"/>
                <a:cs typeface="Palatino"/>
                <a:sym typeface="Palatino"/>
              </a:rPr>
              <a:t>QUBA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3736" y="1361996"/>
            <a:ext cx="250290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679"/>
              </a:lnSpc>
              <a:spcBef>
                <a:spcPct val="0"/>
              </a:spcBef>
            </a:pPr>
            <a:r>
              <a:rPr lang="en-US" sz="1200" spc="20" strike="noStrike" u="none">
                <a:solidFill>
                  <a:srgbClr val="00000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MARKETING STRATEGIST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73900" y="992673"/>
            <a:ext cx="2630100" cy="761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000">
                <a:solidFill>
                  <a:srgbClr val="00000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Phone: +123-456-7890</a:t>
            </a:r>
          </a:p>
          <a:p>
            <a:pPr algn="l">
              <a:lnSpc>
                <a:spcPts val="1500"/>
              </a:lnSpc>
            </a:pPr>
            <a:r>
              <a:rPr lang="en-US" sz="1000">
                <a:solidFill>
                  <a:srgbClr val="00000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Email: hello@reallygreatsite.com</a:t>
            </a:r>
          </a:p>
          <a:p>
            <a:pPr algn="l">
              <a:lnSpc>
                <a:spcPts val="1500"/>
              </a:lnSpc>
            </a:pPr>
            <a:r>
              <a:rPr lang="en-US" sz="1000">
                <a:solidFill>
                  <a:srgbClr val="00000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Address: MOOSA LANE LYARI</a:t>
            </a:r>
          </a:p>
          <a:p>
            <a:pPr algn="l">
              <a:lnSpc>
                <a:spcPts val="1500"/>
              </a:lnSpc>
            </a:pPr>
            <a:r>
              <a:rPr lang="en-US" sz="1000">
                <a:solidFill>
                  <a:srgbClr val="00000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LinkedIn: www.reallygreatsite.com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73900" y="727131"/>
            <a:ext cx="2630100" cy="19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0"/>
              </a:lnSpc>
              <a:spcBef>
                <a:spcPct val="0"/>
              </a:spcBef>
            </a:pPr>
            <a:r>
              <a:rPr lang="en-US" b="true" sz="1000" strike="noStrike" u="none">
                <a:solidFill>
                  <a:srgbClr val="000001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Contact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6000" y="2102496"/>
            <a:ext cx="30240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099"/>
              </a:lnSpc>
              <a:spcBef>
                <a:spcPct val="0"/>
              </a:spcBef>
            </a:pPr>
            <a:r>
              <a:rPr lang="en-US" b="true" sz="1499" i="true" strike="noStrike" u="none">
                <a:solidFill>
                  <a:srgbClr val="000001"/>
                </a:solidFill>
                <a:latin typeface="Palatino Bold Italics"/>
                <a:ea typeface="Palatino Bold Italics"/>
                <a:cs typeface="Palatino Bold Italics"/>
                <a:sym typeface="Palatino Bold Italics"/>
              </a:rPr>
              <a:t>Professional Summary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6000" y="5035462"/>
            <a:ext cx="30240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099"/>
              </a:lnSpc>
              <a:spcBef>
                <a:spcPct val="0"/>
              </a:spcBef>
            </a:pPr>
            <a:r>
              <a:rPr lang="en-US" b="true" sz="1499" i="true">
                <a:solidFill>
                  <a:srgbClr val="000001"/>
                </a:solidFill>
                <a:latin typeface="Palatino Bold Italics"/>
                <a:ea typeface="Palatino Bold Italics"/>
                <a:cs typeface="Palatino Bold Italics"/>
                <a:sym typeface="Palatino Bold Italics"/>
              </a:rPr>
              <a:t>Academic History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0493" y="7113109"/>
            <a:ext cx="30240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099"/>
              </a:lnSpc>
              <a:spcBef>
                <a:spcPct val="0"/>
              </a:spcBef>
            </a:pPr>
            <a:r>
              <a:rPr lang="en-US" b="true" sz="1499" i="true">
                <a:solidFill>
                  <a:srgbClr val="000001"/>
                </a:solidFill>
                <a:latin typeface="Palatino Bold Italics"/>
                <a:ea typeface="Palatino Bold Italics"/>
                <a:cs typeface="Palatino Bold Italics"/>
                <a:sym typeface="Palatino Bold Italics"/>
              </a:rPr>
              <a:t>Skills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6000" y="4340138"/>
            <a:ext cx="6048000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6" indent="-107953" lvl="1">
              <a:lnSpc>
                <a:spcPts val="1500"/>
              </a:lnSpc>
              <a:buFont typeface="Arial"/>
              <a:buChar char="•"/>
            </a:pPr>
            <a:r>
              <a:rPr lang="en-US" sz="1000">
                <a:solidFill>
                  <a:srgbClr val="00000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Assisted teachers and staff with computer-related tasks, including MS office.</a:t>
            </a:r>
          </a:p>
          <a:p>
            <a:pPr algn="l" marL="215906" indent="-107953" lvl="1">
              <a:lnSpc>
                <a:spcPts val="1500"/>
              </a:lnSpc>
              <a:buFont typeface="Arial"/>
              <a:buChar char="•"/>
            </a:pPr>
            <a:r>
              <a:rPr lang="en-US" sz="1000">
                <a:solidFill>
                  <a:srgbClr val="00000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gained hands-on experience in documentation, organization, and teamwork.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6000" y="3370069"/>
            <a:ext cx="30240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099"/>
              </a:lnSpc>
              <a:spcBef>
                <a:spcPct val="0"/>
              </a:spcBef>
            </a:pPr>
            <a:r>
              <a:rPr lang="en-US" b="true" sz="1499" i="true" strike="noStrike" u="none">
                <a:solidFill>
                  <a:srgbClr val="000001"/>
                </a:solidFill>
                <a:latin typeface="Palatino Bold Italics"/>
                <a:ea typeface="Palatino Bold Italics"/>
                <a:cs typeface="Palatino Bold Italics"/>
                <a:sym typeface="Palatino Bold Italics"/>
              </a:rPr>
              <a:t>Work Experience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6000" y="4073439"/>
            <a:ext cx="3730044" cy="19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0"/>
              </a:lnSpc>
              <a:spcBef>
                <a:spcPct val="0"/>
              </a:spcBef>
            </a:pPr>
            <a:r>
              <a:rPr lang="en-US" sz="1000">
                <a:solidFill>
                  <a:srgbClr val="00000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NJV SCHOOL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6000" y="3893727"/>
            <a:ext cx="3730044" cy="19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0"/>
              </a:lnSpc>
              <a:spcBef>
                <a:spcPct val="0"/>
              </a:spcBef>
            </a:pPr>
            <a:r>
              <a:rPr lang="en-US" b="true" sz="1000">
                <a:solidFill>
                  <a:srgbClr val="000001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INTERNSHIP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3908" y="5924346"/>
            <a:ext cx="2893127" cy="174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06"/>
              </a:lnSpc>
            </a:pPr>
            <a:r>
              <a:rPr lang="en-US" sz="1004">
                <a:solidFill>
                  <a:srgbClr val="00000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from NJV School in year 2025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3908" y="5616487"/>
            <a:ext cx="2893127" cy="174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6"/>
              </a:lnSpc>
            </a:pPr>
            <a:r>
              <a:rPr lang="en-US" b="true" sz="1004">
                <a:solidFill>
                  <a:srgbClr val="2F2F3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Intermediate in CS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3908" y="6652851"/>
            <a:ext cx="2734206" cy="174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6"/>
              </a:lnSpc>
            </a:pPr>
            <a:r>
              <a:rPr lang="en-US" sz="1004">
                <a:solidFill>
                  <a:srgbClr val="00000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from KMA School in year 2023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03908" y="6344992"/>
            <a:ext cx="2734206" cy="174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6"/>
              </a:lnSpc>
            </a:pPr>
            <a:r>
              <a:rPr lang="en-US" b="true" sz="1004">
                <a:solidFill>
                  <a:srgbClr val="2F2F3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Matriculation in CS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84673" y="9151460"/>
            <a:ext cx="2841035" cy="174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6"/>
              </a:lnSpc>
            </a:pPr>
            <a:r>
              <a:rPr lang="en-US" b="true" sz="1004">
                <a:solidFill>
                  <a:srgbClr val="2F2F3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Certification in MS Office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4673" y="9411693"/>
            <a:ext cx="2841035" cy="174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06"/>
              </a:lnSpc>
            </a:pPr>
            <a:r>
              <a:rPr lang="en-US" sz="1004">
                <a:solidFill>
                  <a:srgbClr val="00000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From SHAHEED AKBAR NAGORI CENTER,LYARI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3908" y="2581604"/>
            <a:ext cx="6048000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000">
                <a:solidFill>
                  <a:srgbClr val="00000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Computer science graduate student with programming and networking skills. keen to apply knowledge in IT projects.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73035" y="8618059"/>
            <a:ext cx="30240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099"/>
              </a:lnSpc>
              <a:spcBef>
                <a:spcPct val="0"/>
              </a:spcBef>
            </a:pPr>
            <a:r>
              <a:rPr lang="en-US" b="true" sz="1499" i="true">
                <a:solidFill>
                  <a:srgbClr val="000001"/>
                </a:solidFill>
                <a:latin typeface="Palatino Bold Italics"/>
                <a:ea typeface="Palatino Bold Italics"/>
                <a:cs typeface="Palatino Bold Italics"/>
                <a:sym typeface="Palatino Bold Italics"/>
              </a:rPr>
              <a:t>Certification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0493" y="7768805"/>
            <a:ext cx="2841035" cy="517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216889" indent="-108444" lvl="1">
              <a:lnSpc>
                <a:spcPts val="1406"/>
              </a:lnSpc>
              <a:buFont typeface="Arial"/>
              <a:buChar char="•"/>
            </a:pPr>
            <a:r>
              <a:rPr lang="en-US" sz="1004">
                <a:solidFill>
                  <a:srgbClr val="00000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MS Office</a:t>
            </a:r>
          </a:p>
          <a:p>
            <a:pPr algn="just" marL="216889" indent="-108444" lvl="1">
              <a:lnSpc>
                <a:spcPts val="1406"/>
              </a:lnSpc>
              <a:buFont typeface="Arial"/>
              <a:buChar char="•"/>
            </a:pPr>
            <a:r>
              <a:rPr lang="en-US" sz="1004">
                <a:solidFill>
                  <a:srgbClr val="00000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Time management</a:t>
            </a:r>
          </a:p>
          <a:p>
            <a:pPr algn="just" marL="216889" indent="-108444" lvl="1">
              <a:lnSpc>
                <a:spcPts val="1406"/>
              </a:lnSpc>
              <a:buFont typeface="Arial"/>
              <a:buChar char="•"/>
            </a:pPr>
            <a:r>
              <a:rPr lang="en-US" sz="1004">
                <a:solidFill>
                  <a:srgbClr val="00000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Typing speed </a:t>
            </a:r>
          </a:p>
        </p:txBody>
      </p:sp>
      <p:sp>
        <p:nvSpPr>
          <p:cNvPr name="AutoShape 26" id="26"/>
          <p:cNvSpPr/>
          <p:nvPr/>
        </p:nvSpPr>
        <p:spPr>
          <a:xfrm>
            <a:off x="571903" y="9013347"/>
            <a:ext cx="6050264" cy="0"/>
          </a:xfrm>
          <a:prstGeom prst="line">
            <a:avLst/>
          </a:prstGeom>
          <a:ln cap="flat" w="9525">
            <a:solidFill>
              <a:srgbClr val="BA4B2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DAG0FUDQ6IY</dc:identifier>
  <dcterms:modified xsi:type="dcterms:W3CDTF">2011-08-01T06:04:30Z</dcterms:modified>
  <cp:revision>1</cp:revision>
  <dc:title>Marketing and Sales Resume in White Dark Orange Simple Style</dc:title>
</cp:coreProperties>
</file>